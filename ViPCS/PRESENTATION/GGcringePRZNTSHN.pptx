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75" r:id="rId5"/>
    <p:sldId id="277" r:id="rId6"/>
    <p:sldId id="276" r:id="rId7"/>
    <p:sldId id="281" r:id="rId8"/>
    <p:sldId id="279" r:id="rId9"/>
    <p:sldId id="282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72C"/>
    <a:srgbClr val="F3C230"/>
    <a:srgbClr val="E38179"/>
    <a:srgbClr val="915855"/>
    <a:srgbClr val="DB5349"/>
    <a:srgbClr val="F7CB3F"/>
    <a:srgbClr val="543F43"/>
    <a:srgbClr val="FDCF3A"/>
    <a:srgbClr val="FEBE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46F8A-F16C-499B-9497-DBE37033A22F}" v="954" dt="2026-03-03T19:35:08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22175 11814 16383 0 0,'5'5'0'0'0,"1"6"0"0"0,0 11 0 0 0,9 6 0 0 0,1 8 0 0 0,3-2 0 0 0,-2-12 0 0 0,-4-14 0 0 0,-4-32 0 0 0,-3-17 0 0 0,-8-11 0 0 0,-4-6 0 0 0,0-7 0 0 0,1 2 0 0 0,1 22 0 0 0,1 41 0 0 0,1 26 0 0 0,1 22 0 0 0,1 17 0 0 0,0 8 0 0 0,0-5 0 0 0,-9-13 0 0 0,-22-73 0 0 0,-11-48 0 0 0,2-8 0 0 0,13 23 0 0 0,29 73 0 0 0,15-16 0 0 0,4-13 0 0 0,-1-15 0 0 0,-4-22 0 0 0,4 33 0 0 0,9 29 0 0 0,-1 16 0 0 0,-5 11 0 0 0,-6 8 0 0 0,3-19 0 0 0,-2-21 0 0 0,-4-21 0 0 0,-4-15 0 0 0,-4-12 0 0 0,-3-6 0 0 0,-7-4 0 0 0,-2-5 0 0 0,-1 1 0 0 0,2 20 0 0 0,0 18 0 0 0,3 21 0 0 0,0 13 0 0 0,1 13 0 0 0,1 9 0 0 0,0 2 0 0 0,1 3 0 0 0,4-8 0 0 0,1-15 0 0 0,0-23 0 0 0,-1-20 0 0 0,-1-32 0 0 0,-2-12 0 0 0,13-1 0 0 0,19 72 0 0 0,3 24 0 0 0,-5 2 0 0 0,-7-15 0 0 0,-14-21 0 0 0,-7-15 0 0 0,-6-15 0 0 0,-1-7 0 0 0,-1 12 0 0 0,0 15 0 0 0,2 18 0 0 0,0 17 0 0 0,1 10 0 0 0,0 7 0 0 0,10 1 0 0 0,4 3 0 0 0,-1-2 0 0 0,3-8 0 0 0,-2-21 0 0 0,-3-17 0 0 0,7-9 0 0 0,0-11 0 0 0,2-8 0 0 0,-2-8 0 0 0,-4-12 0 0 0,0 2 0 0 0,-2 0 0 0 0,-2-1 0 0 0,-4 2 0 0 0,-1 18 0 0 0,-3 24 0 0 0,-1 18 0 0 0,5 5 0 0 0,0 10 0 0 0,1 4 0 0 0,-2 7 0 0 0,-1 0 0 0 0,-1 4 0 0 0,-1-2 0 0 0,4-7 0 0 0,2-20 0 0 0,8-21 0 0 0,2-15 0 0 0,-2-18 0 0 0,6-11 0 0 0,0-3 0 0 0,-4-1 0 0 0,-6 3 0 0 0,-3 21 0 0 0,-4 19 0 0 0,2 22 0 0 0,1 13 0 0 0,-2 12 0 0 0,4 10 0 0 0,0 1 0 0 0,3 3 0 0 0,0-3 0 0 0,-3 0 0 0 0,3-8 0 0 0,-2-15 0 0 0,-1-17 0 0 0,-4-18 0 0 0,-1-13 0 0 0,-2-11 0 0 0,-2-5 0 0 0,0-5 0 0 0,0 1 0 0 0,9 7 0 0 0,3 1 0 0 0,0 2 0 0 0,-3 15 0 0 0,-2 17 0 0 0,2 18 0 0 0,-1 10 0 0 0,-1 11 0 0 0,3 9 0 0 0,-1-9 0 0 0,-1-20 0 0 0,2-17 0 0 0,4-19 0 0 0,1-10 0 0 0,-4-10 0 0 0,-2-3 0 0 0,-4-4 0 0 0,-2 1 0 0 0,7 8 0 0 0,3 2 0 0 0,3 10 0 0 0,0 15 0 0 0,-4 19 0 0 0,1 12 0 0 0,-1 12 0 0 0,6 10 0 0 0,1 2 0 0 0,-4 3 0 0 0,-3-1 0 0 0,-5 0 0 0 0,-3-3 0 0 0,-2-19 0 0 0,-2-17 0 0 0,0-21 0 0 0,-1-12 0 0 0,0-12 0 0 0,0-4 0 0 0,1-4 0 0 0,-1 10 0 0 0,1 15 0 0 0,0 21 0 0 0,0 15 0 0 0,0 15 0 0 0,0 5 0 0 0,0 8 0 0 0,0 5 0 0 0,0-1 0 0 0,0-18 0 0 0,0-24 0 0 0,0-22 0 0 0,0-18 0 0 0,0-13 0 0 0,0-3 0 0 0,0-2 0 0 0,0 3 0 0 0,0 0 0 0 0,0 13 0 0 0,0 17 0 0 0,10 22 0 0 0,7 20 0 0 0,1 10 0 0 0,-2 10 0 0 0,5 6 0 0 0,0 0 0 0 0,-5 1 0 0 0,-4-3 0 0 0,-5 0 0 0 0,-3-4 0 0 0,-2 1 0 0 0,-2-12 0 0 0,-1-16 0 0 0,0-21 0 0 0,0-13 0 0 0,0-14 0 0 0,1-6 0 0 0,0 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24538 11869 16383 0 0,'-4'0'0'0'0,"-12"0"0"0"0,-7 0 0 0 0,-15 0 0 0 0,-5 0 0 0 0,-4 0 0 0 0,0 0 0 0 0,-5 10 0 0 0,-4 2 0 0 0,3 0 0 0 0,1 3 0 0 0,14-2 0 0 0,18-3 0 0 0,18-3 0 0 0,18 7 0 0 0,26 10 0 0 0,24 6 0 0 0,6-2 0 0 0,0-6 0 0 0,-8-6 0 0 0,-9-7 0 0 0,-5-4 0 0 0,-7-3 0 0 0,0 2 0 0 0,1 2 0 0 0,-1-2 0 0 0,0 0 0 0 0,-1-2 0 0 0,1 0 0 0 0,-7-6 0 0 0,-13-12 0 0 0,-17-2 0 0 0,-18 1 0 0 0,-16 3 0 0 0,-23 5 0 0 0,-22 3 0 0 0,-12 4 0 0 0,-10 1 0 0 0,5-4 0 0 0,9-1 0 0 0,9 1 0 0 0,12 1 0 0 0,16-8 0 0 0,29-2 0 0 0,33 1 0 0 0,16 3 0 0 0,18 3 0 0 0,5-2 0 0 0,1 1 0 0 0,1-4 0 0 0,-5 1 0 0 0,-2 2 0 0 0,-10-7 0 0 0,-8 0 0 0 0,-9-3 0 0 0,1 2 0 0 0,-5 14 0 0 0,-10 11 0 0 0,-17 15 0 0 0,-6 12 0 0 0,-8 0 0 0 0,1-10 0 0 0,-1-19 0 0 0,2-20 0 0 0,5-22 0 0 0,4-9 0 0 0,4-7 0 0 0,3 1 0 0 0,1 0 0 0 0,2-2 0 0 0,-1 0 0 0 0,1 13 0 0 0,5 18 0 0 0,5 27 0 0 0,2 27 0 0 0,8 13 0 0 0,0 8 0 0 0,6 4 0 0 0,-2-2 0 0 0,-4-2 0 0 0,-2-4 0 0 0,-4-21 0 0 0,-4-19 0 0 0,-5-21 0 0 0,-2-18 0 0 0,-3-8 0 0 0,-1-8 0 0 0,9 0 0 0 0,12 7 0 0 0,3 20 0 0 0,6 23 0 0 0,-1 15 0 0 0,-6 14 0 0 0,-2 6 0 0 0,0 6 0 0 0,-4 5 0 0 0,-4-2 0 0 0,5-8 0 0 0,-1-21 0 0 0,-3-19 0 0 0,-4-18 0 0 0,-4-11 0 0 0,-2-10 0 0 0,-3-8 0 0 0,-1-1 0 0 0,0-1 0 0 0,-1 2 0 0 0,10 20 0 0 0,3 23 0 0 0,-1 17 0 0 0,-1 16 0 0 0,6 7 0 0 0,1 8 0 0 0,-3 5 0 0 0,-4 0 0 0 0,2-9 0 0 0,-2-21 0 0 0,-2-23 0 0 0,-3-15 0 0 0,-2-15 0 0 0,-1-5 0 0 0,-2 13 0 0 0,0 15 0 0 0,0 20 0 0 0,-1 17 0 0 0,1 9 0 0 0,9-1 0 0 0,3-11 0 0 0,0-20 0 0 0,-2-18 0 0 0,-3-13 0 0 0,-3-11 0 0 0,8-7 0 0 0,1 8 0 0 0,-6 20 0 0 0,-13 18 0 0 0,-11 9 0 0 0,-12 12 0 0 0,-10 3 0 0 0,-4 7 0 0 0,-8-3 0 0 0,-5-5 0 0 0,-17-7 0 0 0,-6-6 0 0 0,7-4 0 0 0,5-4 0 0 0,5-2 0 0 0,9-1 0 0 0,7-1 0 0 0,4-4 0 0 0,-2-1 0 0 0,2 0 0 0 0,0-3 0 0 0,-4 0 0 0 0,-8-3 0 0 0,-3 1 0 0 0,2 2 0 0 0,1-2 0 0 0,6 2 0 0 0,5 2 0 0 0,6 2 0 0 0,0 2 0 0 0,10 3 0 0 0,15 0 0 0 0,19 1 0 0 0,13 1 0 0 0,17-1 0 0 0,13 1 0 0 0,6-1 0 0 0,-2 0 0 0 0,1 0 0 0 0,4 0 0 0 0,1 0 0 0 0,6 0 0 0 0,-4 0 0 0 0,-4 0 0 0 0,-6 0 0 0 0,-12-4 0 0 0,-23-3 0 0 0,-28-3 0 0 0,-22-6 0 0 0,-28-5 0 0 0,-24-3 0 0 0,-30-7 0 0 0,-14-3 0 0 0,-5-1 0 0 0,16 6 0 0 0,19 8 0 0 0,21 7 0 0 0,10 7 0 0 0,7 3 0 0 0,-1 4 0 0 0,7 1 0 0 0,1 0 0 0 0,7 1 0 0 0,15 8 0 0 0,18 4 0 0 0,21 8 0 0 0,14 1 0 0 0,13-4 0 0 0,10-1 0 0 0,3-2 0 0 0,2-5 0 0 0,-3-4 0 0 0,2-3 0 0 0,1-2 0 0 0,1 7 0 0 0,3 3 0 0 0,1-1 0 0 0,1-2 0 0 0,-4-3 0 0 0,-11 3 0 0 0,-21-1 0 0 0,-24-1 0 0 0,-20-2 0 0 0,-21-2 0 0 0,-15-2 0 0 0,-18 0 0 0 0,5-10 0 0 0,11-4 0 0 0,6 0 0 0 0,4 3 0 0 0,5 3 0 0 0,12-2 0 0 0,16 10 0 0 0,17 4 0 0 0,17 3 0 0 0,17-2 0 0 0,17 4 0 0 0,19 0 0 0 0,3-2 0 0 0,-1-2 0 0 0,-7-2 0 0 0,-5 3 0 0 0,-7 0 0 0 0,-22 4 0 0 0,-21 0 0 0 0,-29-2 0 0 0,-31-2 0 0 0,-25-3 0 0 0,-9-2 0 0 0,1-1 0 0 0,6-1 0 0 0,2 0 0 0 0,0 0 0 0 0,-1-1 0 0 0,4 1 0 0 0,5-1 0 0 0,4 1 0 0 0,10 0 0 0 0,4 5 0 0 0,7 1 0 0 0,1 0 0 0 0,8 8 0 0 0,15 7 0 0 0,16 0 0 0 0,8 5 0 0 0,14-1 0 0 0,13 4 0 0 0,7-2 0 0 0,10-7 0 0 0,8-6 0 0 0,12-5 0 0 0,10-5 0 0 0,1-2 0 0 0,-3-3 0 0 0,-10 0 0 0 0,-7 0 0 0 0,-7 0 0 0 0,-19-5 0 0 0,-18-1 0 0 0,-31-4 0 0 0,-27 0 0 0 0,-29 1 0 0 0,-26 3 0 0 0,-21 3 0 0 0,-7 1 0 0 0,7-7 0 0 0,15-3 0 0 0,21 1 0 0 0,15 3 0 0 0,14 3 0 0 0,7 2 0 0 0,3 2 0 0 0,4 1 0 0 0,18 6 0 0 0,23 2 0 0 0,16-1 0 0 0,14 4 0 0 0,13 0 0 0 0,7-1 0 0 0,10-3 0 0 0,0-2 0 0 0,3-2 0 0 0,-4-1 0 0 0,-2-1 0 0 0,-2 0 0 0 0,4-5 0 0 0,1-2 0 0 0,-4-4 0 0 0,-2 0 0 0 0,-7 1 0 0 0,0 3 0 0 0,-5 2 0 0 0,1 3 0 0 0,-3 1 0 0 0,2 0 0 0 0,-2 2 0 0 0,-7-6 0 0 0,-24 0 0 0 0,-18-6 0 0 0,-31-9 0 0 0,-19-2 0 0 0,-3 3 0 0 0,-1 5 0 0 0,5 14 0 0 0,32 17 0 0 0,77 9 0 0 0,49 11 0 0 0,16-1 0 0 0,18-7 0 0 0,9-9 0 0 0,-15-7 0 0 0,-19-6 0 0 0,-24-4 0 0 0,-107-17 0 0 0,-54-6 0 0 0,-24 1 0 0 0,0 2 0 0 0,8 6 0 0 0,15 3 0 0 0,11 9 0 0 0,3 4 0 0 0,-36-18 0 0 0,-53-16 0 0 0,-10-4 0 0 0,13 10 0 0 0,-1 7 0 0 0,24 3 0 0 0,-17 17 0 0 0,14 4 0 0 0,30-29 0 0 0,32-19 0 0 0,27-9 0 0 0,39-9 0 0 0,25 5 0 0 0,31 49 0 0 0,8 35 0 0 0,1 12 0 0 0,-24 27 0 0 0,-23 2 0 0 0,-34-11 0 0 0,-19-17 0 0 0,-2-1 0 0 0,4-3 0 0 0,-1-4 0 0 0,161-64 0 0 0,79-28 0 0 0,70-19 0 0 0,-6 4 0 0 0,-64 14 0 0 0,-76 16 0 0 0,-74 20 0 0 0,-55 14 0 0 0,-53 8 0 0 0,-35 3 0 0 0,-22 2 0 0 0,-16 0 0 0 0,-5-2 0 0 0,0-1 0 0 0,18-1 0 0 0,38-1 0 0 0,41-1 0 0 0,35 0 0 0 0,23 0 0 0 0,12-1 0 0 0,9-8 0 0 0,2-4 0 0 0,2 1 0 0 0,3 2 0 0 0,-4 3 0 0 0,1 3 0 0 0,-5 2 0 0 0,1 1 0 0 0,-3 1 0 0 0,1 0 0 0 0,7 1 0 0 0,0-1 0 0 0,1 1 0 0 0,-13-1 0 0 0,-17 0 0 0 0,-27 5 0 0 0,-32 1 0 0 0,-22 5 0 0 0,-21 5 0 0 0,-21 4 0 0 0,-20 14 0 0 0,0 0 0 0 0,12 0 0 0 0,20-7 0 0 0,15-7 0 0 0,12 2 0 0 0,11 7 0 0 0,5-2 0 0 0,6-4 0 0 0,6-8 0 0 0,-2-5 0 0 0,1-5 0 0 0,-2-3 0 0 0,5 7 0 0 0,8-2 0 0 0,8-7 0 0 0,7-13 0 0 0,6-10 0 0 0,2-9 0 0 0,3-5 0 0 0,1 14 0 0 0,-1 15 0 0 0,1 19 0 0 0,-1 12 0 0 0,0 12 0 0 0,-1 4 0 0 0,5-4 0 0 0,6-8 0 0 0,11-9 0 0 0,6-7 0 0 0,8-6 0 0 0,12-8 0 0 0,7-9 0 0 0,4-11 0 0 0,11-12 0 0 0,12-8 0 0 0,17-3 0 0 0,9 2 0 0 0,11 4 0 0 0,8 4 0 0 0,7 3 0 0 0,8 3 0 0 0,10 6 0 0 0,10 8 0 0 0,8 6 0 0 0,-12 0 0 0 0,-23-3 0 0 0,-25 1 0 0 0,-21 2 0 0 0,-22-2 0 0 0,-22-8 0 0 0,-19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32064 10599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24711 5405 16383 0 0,'0'-8'0'0'0,"0"-7"0"0"0,0-5 0 0 0,0-4 0 0 0,0-1 0 0 0,0 0 0 0 0,105-5 0 0 0,53-1 0 0 0,-13 0 0 0 0,79 2 0 0 0,0 1 0 0 0,-26 2 0 0 0,52-7 0 0 0,105 1 0 0 0,-12 3 0 0 0,-67 2 0 0 0,-78-3 0 0 0,-67-8 0 0 0,-65-3 0 0 0,-39 3 0 0 0,-27-2 0 0 0,0 3 0 0 0,-27 3 0 0 0,14 3 0 0 0,0 4 0 0 0,13 1 0 0 0,-13-3 0 0 0,13-4 0 0 0,0-2 0 0 0,0 3 0 0 0,0 1 0 0 0,0-3 0 0 0,0-1 0 0 0,0-2 0 0 0,0 3 0 0 0,0 3 0 0 0,0-2 0 0 0,0-3 0 0 0,0 0 0 0 0,0 2 0 0 0,0 3 0 0 0,0-1 0 0 0,0-5 0 0 0,0 1 0 0 0,0 2 0 0 0,0 3 0 0 0,0 3 0 0 0,0 1 0 0 0,0-2 0 0 0,0-4 0 0 0,0-2 0 0 0,0 1 0 0 0,0 3 0 0 0,0-1 0 0 0,0-5 0 0 0,0 2 0 0 0,0 0 0 0 0,0 4 0 0 0,0-2 0 0 0,0-3 0 0 0,0 0 0 0 0,0 3 0 0 0,0 1 0 0 0,0-1 0 0 0,0-2 0 0 0,0-1 0 0 0,0-2 0 0 0,0-3 0 0 0,0 2 0 0 0,0 2 0 0 0,0 5 0 0 0,0-1 0 0 0,0-3 0 0 0,0 0 0 0 0,0 2 0 0 0,0 3 0 0 0,0-1 0 0 0,0 4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37944 10599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25310 5662 16383 0 0,'0'5'0'0'0,"-10"12"0"0"0,-14 3 0 0 0,-7-2 0 0 0,-9-4 0 0 0,-8-4 0 0 0,5 1 0 0 0,-1-2 0 0 0,2-1 0 0 0,-2-3 0 0 0,-4-2 0 0 0,-3-2 0 0 0,6 5 0 0 0,6 0 0 0 0,0 0 0 0 0,-4-1 0 0 0,0-2 0 0 0,3-1 0 0 0,3-1 0 0 0,-3-1 0 0 0,1 5 0 0 0,2 2 0 0 0,2-1 0 0 0,2-1 0 0 0,1-2 0 0 0,-3 0 0 0 0,-2-2 0 0 0,1-1 0 0 0,1 0 0 0 0,2 0 0 0 0,2 0 0 0 0,-5-1 0 0 0,-6 1 0 0 0,-1 0 0 0 0,2 0 0 0 0,2 0 0 0 0,-1 0 0 0 0,-5 0 0 0 0,0 0 0 0 0,3 0 0 0 0,4 0 0 0 0,-2 0 0 0 0,-5 0 0 0 0,1 0 0 0 0,2 0 0 0 0,4 0 0 0 0,-2 0 0 0 0,-5 0 0 0 0,1 0 0 0 0,3 0 0 0 0,2 0 0 0 0,4 0 0 0 0,3 0 0 0 0,-9 0 0 0 0,-3 0 0 0 0,2 0 0 0 0,-3 0 0 0 0,-3 0 0 0 0,-9 0 0 0 0,-10 0 0 0 0,-4 0 0 0 0,-5 0 0 0 0,5 0 0 0 0,11 0 0 0 0,9 0 0 0 0,3 0 0 0 0,6 0 0 0 0,4 0 0 0 0,4 0 0 0 0,2 0 0 0 0,-8 0 0 0 0,-3 0 0 0 0,1 0 0 0 0,-7-5 0 0 0,4-7 0 0 0,5-1 0 0 0,4 1 0 0 0,-2 3 0 0 0,-4 3 0 0 0,-1-2 0 0 0,2-1 0 0 0,-1-3 0 0 0,5 1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28231 16669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33258 16060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32411 15743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31829 14817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5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9102 5001 16383 0 0,'4'0'0'0'0,"3"0"0"0"0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20:42:29.5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22304 11218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jpeg"/><Relationship Id="rId7" Type="http://schemas.openxmlformats.org/officeDocument/2006/relationships/image" Target="../media/image1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7.jpeg"/><Relationship Id="rId4" Type="http://schemas.openxmlformats.org/officeDocument/2006/relationships/image" Target="../media/image5.jpeg"/><Relationship Id="rId9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13" Type="http://schemas.openxmlformats.org/officeDocument/2006/relationships/image" Target="../media/image26.png"/><Relationship Id="rId3" Type="http://schemas.openxmlformats.org/officeDocument/2006/relationships/image" Target="../media/image5.jpeg"/><Relationship Id="rId7" Type="http://schemas.openxmlformats.org/officeDocument/2006/relationships/image" Target="../media/image21.jpeg"/><Relationship Id="rId12" Type="http://schemas.openxmlformats.org/officeDocument/2006/relationships/customXml" Target="../ink/ink1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25.jpeg"/><Relationship Id="rId5" Type="http://schemas.openxmlformats.org/officeDocument/2006/relationships/image" Target="../media/image19.jpeg"/><Relationship Id="rId15" Type="http://schemas.openxmlformats.org/officeDocument/2006/relationships/image" Target="../media/image27.png"/><Relationship Id="rId10" Type="http://schemas.openxmlformats.org/officeDocument/2006/relationships/image" Target="../media/image24.jpeg"/><Relationship Id="rId4" Type="http://schemas.openxmlformats.org/officeDocument/2006/relationships/image" Target="../media/image7.png"/><Relationship Id="rId9" Type="http://schemas.openxmlformats.org/officeDocument/2006/relationships/image" Target="../media/image23.jpeg"/><Relationship Id="rId1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.jpeg"/><Relationship Id="rId3" Type="http://schemas.openxmlformats.org/officeDocument/2006/relationships/customXml" Target="../ink/ink3.xml"/><Relationship Id="rId21" Type="http://schemas.openxmlformats.org/officeDocument/2006/relationships/image" Target="../media/image31.jpeg"/><Relationship Id="rId12" Type="http://schemas.openxmlformats.org/officeDocument/2006/relationships/customXml" Target="../ink/ink6.xml"/><Relationship Id="rId17" Type="http://schemas.openxmlformats.org/officeDocument/2006/relationships/image" Target="../media/image7.png"/><Relationship Id="rId25" Type="http://schemas.openxmlformats.org/officeDocument/2006/relationships/image" Target="../media/image16.jpeg"/><Relationship Id="rId2" Type="http://schemas.openxmlformats.org/officeDocument/2006/relationships/image" Target="../media/image28.jpeg"/><Relationship Id="rId16" Type="http://schemas.openxmlformats.org/officeDocument/2006/relationships/image" Target="../media/image10.png"/><Relationship Id="rId20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0.png"/><Relationship Id="rId24" Type="http://schemas.openxmlformats.org/officeDocument/2006/relationships/image" Target="../media/image34.jpeg"/><Relationship Id="rId5" Type="http://schemas.openxmlformats.org/officeDocument/2006/relationships/customXml" Target="../ink/ink4.xml"/><Relationship Id="rId15" Type="http://schemas.openxmlformats.org/officeDocument/2006/relationships/customXml" Target="../ink/ink7.xml"/><Relationship Id="rId23" Type="http://schemas.openxmlformats.org/officeDocument/2006/relationships/image" Target="../media/image33.jpeg"/><Relationship Id="rId10" Type="http://schemas.openxmlformats.org/officeDocument/2006/relationships/customXml" Target="../ink/ink5.xml"/><Relationship Id="rId19" Type="http://schemas.openxmlformats.org/officeDocument/2006/relationships/image" Target="../media/image29.jpe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70.png"/><Relationship Id="rId22" Type="http://schemas.openxmlformats.org/officeDocument/2006/relationships/image" Target="../media/image3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customXml" Target="../ink/ink14.xml"/><Relationship Id="rId18" Type="http://schemas.openxmlformats.org/officeDocument/2006/relationships/image" Target="../media/image38.jpeg"/><Relationship Id="rId3" Type="http://schemas.openxmlformats.org/officeDocument/2006/relationships/image" Target="../media/image2.jpeg"/><Relationship Id="rId7" Type="http://schemas.openxmlformats.org/officeDocument/2006/relationships/customXml" Target="../ink/ink10.xml"/><Relationship Id="rId12" Type="http://schemas.openxmlformats.org/officeDocument/2006/relationships/image" Target="../media/image19.png"/><Relationship Id="rId17" Type="http://schemas.openxmlformats.org/officeDocument/2006/relationships/image" Target="../media/image37.jpeg"/><Relationship Id="rId2" Type="http://schemas.openxmlformats.org/officeDocument/2006/relationships/image" Target="../media/image3.jpeg"/><Relationship Id="rId16" Type="http://schemas.openxmlformats.org/officeDocument/2006/relationships/image" Target="../media/image36.jpeg"/><Relationship Id="rId20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customXml" Target="../ink/ink13.xml"/><Relationship Id="rId5" Type="http://schemas.openxmlformats.org/officeDocument/2006/relationships/image" Target="../media/image18.png"/><Relationship Id="rId15" Type="http://schemas.openxmlformats.org/officeDocument/2006/relationships/image" Target="../media/image7.png"/><Relationship Id="rId10" Type="http://schemas.openxmlformats.org/officeDocument/2006/relationships/image" Target="../media/image35.png"/><Relationship Id="rId19" Type="http://schemas.openxmlformats.org/officeDocument/2006/relationships/image" Target="../media/image39.jpeg"/><Relationship Id="rId4" Type="http://schemas.openxmlformats.org/officeDocument/2006/relationships/customXml" Target="../ink/ink8.xml"/><Relationship Id="rId9" Type="http://schemas.openxmlformats.org/officeDocument/2006/relationships/customXml" Target="../ink/ink12.xml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jpeg"/><Relationship Id="rId18" Type="http://schemas.openxmlformats.org/officeDocument/2006/relationships/image" Target="../media/image49.jpeg"/><Relationship Id="rId3" Type="http://schemas.openxmlformats.org/officeDocument/2006/relationships/image" Target="../media/image42.jpeg"/><Relationship Id="rId12" Type="http://schemas.openxmlformats.org/officeDocument/2006/relationships/image" Target="../media/image44.jpeg"/><Relationship Id="rId17" Type="http://schemas.openxmlformats.org/officeDocument/2006/relationships/image" Target="../media/image17.jpeg"/><Relationship Id="rId2" Type="http://schemas.openxmlformats.org/officeDocument/2006/relationships/image" Target="../media/image41.jpeg"/><Relationship Id="rId16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5" Type="http://schemas.openxmlformats.org/officeDocument/2006/relationships/customXml" Target="../ink/ink15.xml"/><Relationship Id="rId15" Type="http://schemas.openxmlformats.org/officeDocument/2006/relationships/image" Target="../media/image47.jpeg"/><Relationship Id="rId10" Type="http://schemas.openxmlformats.org/officeDocument/2006/relationships/image" Target="../media/image5.jpeg"/><Relationship Id="rId4" Type="http://schemas.openxmlformats.org/officeDocument/2006/relationships/image" Target="../media/image43.jpeg"/><Relationship Id="rId9" Type="http://schemas.openxmlformats.org/officeDocument/2006/relationships/image" Target="../media/image19.png"/><Relationship Id="rId14" Type="http://schemas.openxmlformats.org/officeDocument/2006/relationships/image" Target="../media/image4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51.jpeg"/><Relationship Id="rId18" Type="http://schemas.openxmlformats.org/officeDocument/2006/relationships/image" Target="../media/image56.jpeg"/><Relationship Id="rId3" Type="http://schemas.openxmlformats.org/officeDocument/2006/relationships/customXml" Target="../ink/ink16.xml"/><Relationship Id="rId21" Type="http://schemas.openxmlformats.org/officeDocument/2006/relationships/image" Target="../media/image59.jpeg"/><Relationship Id="rId7" Type="http://schemas.openxmlformats.org/officeDocument/2006/relationships/customXml" Target="../ink/ink18.xml"/><Relationship Id="rId12" Type="http://schemas.openxmlformats.org/officeDocument/2006/relationships/image" Target="../media/image5.jpeg"/><Relationship Id="rId17" Type="http://schemas.openxmlformats.org/officeDocument/2006/relationships/image" Target="../media/image55.jpeg"/><Relationship Id="rId2" Type="http://schemas.openxmlformats.org/officeDocument/2006/relationships/image" Target="../media/image50.jpeg"/><Relationship Id="rId16" Type="http://schemas.openxmlformats.org/officeDocument/2006/relationships/image" Target="../media/image54.jpeg"/><Relationship Id="rId20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7.png"/><Relationship Id="rId5" Type="http://schemas.openxmlformats.org/officeDocument/2006/relationships/image" Target="../media/image38.png"/><Relationship Id="rId15" Type="http://schemas.openxmlformats.org/officeDocument/2006/relationships/image" Target="../media/image53.jpeg"/><Relationship Id="rId23" Type="http://schemas.openxmlformats.org/officeDocument/2006/relationships/image" Target="../media/image61.jpeg"/><Relationship Id="rId10" Type="http://schemas.openxmlformats.org/officeDocument/2006/relationships/image" Target="../media/image40.png"/><Relationship Id="rId19" Type="http://schemas.openxmlformats.org/officeDocument/2006/relationships/image" Target="../media/image57.jpeg"/><Relationship Id="rId9" Type="http://schemas.openxmlformats.org/officeDocument/2006/relationships/customXml" Target="../ink/ink20.xml"/><Relationship Id="rId14" Type="http://schemas.openxmlformats.org/officeDocument/2006/relationships/image" Target="../media/image52.jpeg"/><Relationship Id="rId22" Type="http://schemas.openxmlformats.org/officeDocument/2006/relationships/image" Target="../media/image6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e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звезда, Творчество, морская звез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1B25B4-6363-594F-6190-F5030F643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" y="3940342"/>
            <a:ext cx="2684111" cy="291765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звезда, творческий подход, астроном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B88BE0-A188-4708-7D0E-632DE6B95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974" y="1584158"/>
            <a:ext cx="1915027" cy="1844843"/>
          </a:xfrm>
          <a:prstGeom prst="rect">
            <a:avLst/>
          </a:prstGeom>
        </p:spPr>
      </p:pic>
      <p:pic>
        <p:nvPicPr>
          <p:cNvPr id="10" name="Рисунок 9" descr="Изображение выглядит как ноутбук, кот, компьютер, Нетбу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013ED4-592A-B10E-B128-8518B7522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461" y="4669005"/>
            <a:ext cx="3418974" cy="2001754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рисунок, Детское искусство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051051-E46E-8CBE-999D-AD9B901EC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425" y="4089734"/>
            <a:ext cx="2043365" cy="1315453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62E4DF-54B5-45ED-165C-75F62434A9F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8000"/>
          </a:blip>
          <a:stretch>
            <a:fillRect/>
          </a:stretch>
        </p:blipFill>
        <p:spPr>
          <a:xfrm flipH="1">
            <a:off x="8042672" y="506904"/>
            <a:ext cx="1680912" cy="1693227"/>
          </a:xfrm>
          <a:prstGeom prst="rect">
            <a:avLst/>
          </a:prstGeom>
        </p:spPr>
      </p:pic>
      <p:pic>
        <p:nvPicPr>
          <p:cNvPr id="8" name="Рисунок 7" descr="Изображение выглядит как графическая вставка, смайлик, эмотикон, желтый&#10;&#10;Автоматически созданное описание">
            <a:extLst>
              <a:ext uri="{FF2B5EF4-FFF2-40B4-BE49-F238E27FC236}">
                <a16:creationId xmlns:a16="http://schemas.microsoft.com/office/drawing/2014/main" id="{A7BEE195-EDF8-8AFE-897E-1648C51D9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9058" y="2693332"/>
            <a:ext cx="2247900" cy="146775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8E6E0-48F1-6707-E044-FD6D79EE1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217" y="2355031"/>
            <a:ext cx="8603323" cy="88054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z="4800" dirty="0">
                <a:highlight>
                  <a:srgbClr val="FDCF3A"/>
                </a:highlight>
                <a:ea typeface="+mj-lt"/>
                <a:cs typeface="+mj-lt"/>
              </a:rPr>
              <a:t>Оптимизация ресурсов ПК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030FE5-C978-F8F3-CEF8-639D31F94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0620" y="5166885"/>
            <a:ext cx="5541818" cy="10630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Выполнила: студентка МФЮА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2 курса 28ИПо8481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r>
              <a:rPr lang="ru-RU" dirty="0">
                <a:latin typeface="Calibri"/>
                <a:ea typeface="Calibri"/>
                <a:cs typeface="Calibri"/>
              </a:rPr>
              <a:t>Винокурова М.А.</a:t>
            </a:r>
            <a:br>
              <a:rPr lang="ru-RU" dirty="0">
                <a:latin typeface="Calibri"/>
                <a:ea typeface="Calibri"/>
                <a:cs typeface="Calibri"/>
              </a:rPr>
            </a:br>
            <a:endParaRPr lang="ru-RU" dirty="0">
              <a:latin typeface="Calibri"/>
              <a:ea typeface="Calibri"/>
              <a:cs typeface="Calibri"/>
            </a:endParaRPr>
          </a:p>
        </p:txBody>
      </p:sp>
      <p:pic>
        <p:nvPicPr>
          <p:cNvPr id="12" name="Рисунок 1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A6EF70E2-132E-28C6-223F-18E62416A2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1664" y="4788468"/>
            <a:ext cx="758825" cy="575310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земля, обувь, млекопитающе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90FB2-988C-18CA-00C6-6EFB145E60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952"/>
            <a:ext cx="7966622" cy="1715452"/>
          </a:xfrm>
          <a:prstGeom prst="rect">
            <a:avLst/>
          </a:prstGeom>
        </p:spPr>
      </p:pic>
      <p:pic>
        <p:nvPicPr>
          <p:cNvPr id="9" name="Рисунок 8" descr="Изображение выглядит как ноутбук, в помещении, Мелкие и средние кошки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20A487-03F0-5127-6883-92FE67C948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905" y="3717758"/>
            <a:ext cx="3651584" cy="272114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артина, искусство, снимок экрана, пожа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AD8903-1AC6-4E3D-71B9-1C599E2DFD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5526" y="0"/>
            <a:ext cx="2466474" cy="269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3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Рисунок 17" descr="Изображение выглядит как в помещении, текст, компьютер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0F7336-2E72-9F7B-509C-EDC7851A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10" y="-2005"/>
            <a:ext cx="9135979" cy="68620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Рисунок 16" descr="Изображение выглядит как млекопитающее, кот, домашняя кошка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930CCE-94A6-1523-F4D8-F22C2ED5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960" y="2872539"/>
            <a:ext cx="2356186" cy="20754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0A69E-E60C-D109-795F-2EF1F168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42" y="-793243"/>
            <a:ext cx="4966678" cy="579396"/>
          </a:xfrm>
          <a:solidFill>
            <a:srgbClr val="FBC72C"/>
          </a:solidFill>
        </p:spPr>
        <p:txBody>
          <a:bodyPr>
            <a:normAutofit fontScale="90000"/>
          </a:bodyPr>
          <a:lstStyle/>
          <a:p>
            <a:endParaRPr lang="ru-RU" sz="4000" b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F2A5F4-0478-E185-1A6D-2AE15E03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023" y="2023122"/>
            <a:ext cx="5506631" cy="32113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3200" b="1" dirty="0">
                <a:ea typeface="+mn-lt"/>
                <a:cs typeface="+mn-lt"/>
              </a:rPr>
              <a:t>Оптимизация ПК</a:t>
            </a:r>
            <a:r>
              <a:rPr lang="ru-RU" sz="3200" dirty="0">
                <a:ea typeface="+mn-lt"/>
                <a:cs typeface="+mn-lt"/>
              </a:rPr>
              <a:t> включает настройку операционной системы, оборудования, использование специализированного ПО и обеспечение безопасности.</a:t>
            </a:r>
            <a:endParaRPr lang="ru-RU" sz="3200" dirty="0"/>
          </a:p>
        </p:txBody>
      </p:sp>
      <p:pic>
        <p:nvPicPr>
          <p:cNvPr id="14" name="Рисунок 13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560918-D896-89A2-62F0-EEEC19375C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8000"/>
          </a:blip>
          <a:stretch>
            <a:fillRect/>
          </a:stretch>
        </p:blipFill>
        <p:spPr>
          <a:xfrm>
            <a:off x="4698034" y="5225305"/>
            <a:ext cx="1542510" cy="1632695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2DD4F03F-86E8-6402-2C66-40E156AAF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966" y="1626810"/>
            <a:ext cx="758825" cy="575310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Плавник, рыб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B625E0-F5BA-B93F-FD51-653386DBEE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751" y="4388199"/>
            <a:ext cx="2591058" cy="1423344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рыба, снимок экрана, Плав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A37967-6CCE-A58C-67E2-D78DF7C739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6021" y="4995706"/>
            <a:ext cx="2512542" cy="1488990"/>
          </a:xfrm>
          <a:prstGeom prst="rect">
            <a:avLst/>
          </a:prstGeom>
        </p:spPr>
      </p:pic>
      <p:pic>
        <p:nvPicPr>
          <p:cNvPr id="9" name="Рисунок 8" descr="Изображение выглядит как клавиатура, Компьютерная клавиатура, компьютер, Устройство вв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217428-EA0D-BA9B-98B5-7301370D74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518" y="4792579"/>
            <a:ext cx="3388895" cy="1905000"/>
          </a:xfrm>
          <a:prstGeom prst="rect">
            <a:avLst/>
          </a:prstGeom>
        </p:spPr>
      </p:pic>
      <p:pic>
        <p:nvPicPr>
          <p:cNvPr id="10" name="Рисунок 9" descr="Изображение выглядит как кот, Кошачьи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F2EF8A-652C-06A0-87D3-1BAEEFE4A8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568" y="1331719"/>
            <a:ext cx="3218164" cy="77152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D5FE2D-6A5B-2AFE-693C-F24F9B17AE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9396" y="135945"/>
            <a:ext cx="3017881" cy="119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7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B5C30-9623-0A81-D360-E791D141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18" y="117852"/>
            <a:ext cx="5973289" cy="1355251"/>
          </a:xfrm>
        </p:spPr>
        <p:txBody>
          <a:bodyPr>
            <a:normAutofit/>
          </a:bodyPr>
          <a:lstStyle/>
          <a:p>
            <a:r>
              <a:rPr lang="en-US" sz="3200" b="1" err="1">
                <a:highlight>
                  <a:srgbClr val="FBC72C"/>
                </a:highlight>
                <a:ea typeface="+mj-lt"/>
                <a:cs typeface="+mj-lt"/>
              </a:rPr>
              <a:t>Операционная</a:t>
            </a:r>
            <a:r>
              <a:rPr lang="en-US" sz="3200" b="1" dirty="0">
                <a:highlight>
                  <a:srgbClr val="FBC72C"/>
                </a:highlight>
                <a:ea typeface="+mj-lt"/>
                <a:cs typeface="+mj-lt"/>
              </a:rPr>
              <a:t> </a:t>
            </a:r>
            <a:r>
              <a:rPr lang="en-US" sz="3200" b="1" err="1">
                <a:highlight>
                  <a:srgbClr val="FBC72C"/>
                </a:highlight>
                <a:ea typeface="+mj-lt"/>
                <a:cs typeface="+mj-lt"/>
              </a:rPr>
              <a:t>система</a:t>
            </a:r>
            <a:endParaRPr lang="ru-RU" b="1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0E35B-CE4D-DE35-CC90-8DB66EE5B59A}"/>
              </a:ext>
            </a:extLst>
          </p:cNvPr>
          <p:cNvSpPr txBox="1"/>
          <p:nvPr/>
        </p:nvSpPr>
        <p:spPr>
          <a:xfrm>
            <a:off x="408767" y="1539845"/>
            <a:ext cx="5967350" cy="30469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Управление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автозагрузкой</a:t>
            </a:r>
            <a:endParaRPr lang="en-US" sz="2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Очистка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диска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от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временных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файлов</a:t>
            </a:r>
            <a:endParaRPr lang="en-US" dirty="0" err="1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Отключение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лишних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визуальных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эффектов</a:t>
            </a:r>
            <a:endParaRPr lang="en-US" dirty="0" err="1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 Настройка виртуальной памяти</a:t>
            </a:r>
            <a:endParaRPr lang="en-US"/>
          </a:p>
          <a:p>
            <a:pPr marL="285750" indent="-285750">
              <a:buFont typeface="Calibri"/>
              <a:buChar char="-"/>
            </a:pPr>
            <a:endParaRPr lang="en-US" dirty="0">
              <a:latin typeface="Aptos"/>
              <a:ea typeface="Roboto"/>
              <a:cs typeface="Roboto"/>
            </a:endParaRPr>
          </a:p>
        </p:txBody>
      </p:sp>
      <p:pic>
        <p:nvPicPr>
          <p:cNvPr id="21" name="Рисунок 20" descr="Изображение выглядит как текст, Штриховая графика, Шрифт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7B569F-2017-DF86-41C6-8F4B402F0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26" y="2199271"/>
            <a:ext cx="3330743" cy="1938088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43940C-EF83-131E-EFF1-35788B484B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4365" y="5276812"/>
            <a:ext cx="3805115" cy="158131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03613D37-7478-651C-F5F2-B57EAB027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67011" y="1828859"/>
            <a:ext cx="849841" cy="575310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F4558ECC-6E19-0473-D376-25C73846F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11" name="Рисунок 10" descr="Изображение выглядит как текст, компьютер, человек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C2C338-D665-6BA2-2DC1-563359B84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868" y="4582026"/>
            <a:ext cx="2336132" cy="2275974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в помещении, Мелкие и средние кошки, Кошачьи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E0C7EE-0388-A855-E2FD-821F9D690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820" y="4262"/>
            <a:ext cx="3095124" cy="23276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кот, текст, в помещении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76E6A7-4D4A-4A1E-1AC4-1C5B80B9E3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4079" y="1544053"/>
            <a:ext cx="3048000" cy="304800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плакат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B85369-85AB-73E8-E636-90C788CE8D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6664" y="4146884"/>
            <a:ext cx="2382755" cy="2273969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человек, одежда, Человеческое лицо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ECBFA4-B4E2-0851-C08F-922736D440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3482" y="8215"/>
            <a:ext cx="2580274" cy="1945106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Мелкие и средние кошки, Кошачьи, кот, коте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48AD93-BD40-3D5A-BD7F-6CC33D38D8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9974" y="4592052"/>
            <a:ext cx="3148264" cy="2195764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в помещении, Компьютерная клавиатура, Персональный компьютер, Устройство вв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F0A162-40B6-26AF-59E0-D081EB37F2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2947" y="362702"/>
            <a:ext cx="2326106" cy="14603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61AD4648-B1C3-1A3C-5D7A-07484BAC2B8B}"/>
                  </a:ext>
                </a:extLst>
              </p14:cNvPr>
              <p14:cNvContentPartPr/>
              <p14:nvPr/>
            </p14:nvContentPartPr>
            <p14:xfrm>
              <a:off x="8006990" y="3791581"/>
              <a:ext cx="486775" cy="194937"/>
            </p14:xfrm>
          </p:contentPart>
        </mc:Choice>
        <mc:Fallback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61AD4648-B1C3-1A3C-5D7A-07484BAC2B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89361" y="3773598"/>
                <a:ext cx="522393" cy="2305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B552407A-7F9B-9FC6-7F65-D48C57093B12}"/>
                  </a:ext>
                </a:extLst>
              </p14:cNvPr>
              <p14:cNvContentPartPr/>
              <p14:nvPr/>
            </p14:nvContentPartPr>
            <p14:xfrm>
              <a:off x="8038378" y="3795997"/>
              <a:ext cx="1107021" cy="206683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B552407A-7F9B-9FC6-7F65-D48C57093B1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02389" y="3760412"/>
                <a:ext cx="1178639" cy="2782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8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1351-3699-41DA-6A45-9B52FA4B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млекопитающее, кот, Мелкие и средние кошки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1A5BF9-0464-E184-AD46-D0D7ADC8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68" y="2606842"/>
            <a:ext cx="3148263" cy="3088105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ED11325-40D7-C68E-BE0A-A90C67F6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2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ru-RU" sz="1500" dirty="0">
              <a:solidFill>
                <a:srgbClr val="191919"/>
              </a:solidFill>
              <a:latin typeface="PT Serif"/>
              <a:ea typeface="Roboto"/>
              <a:cs typeface="Roboto"/>
            </a:endParaRPr>
          </a:p>
          <a:p>
            <a:pPr marL="0" indent="0">
              <a:buNone/>
            </a:pPr>
            <a:endParaRPr lang="ru-RU" sz="2000" dirty="0">
              <a:latin typeface="Roboto"/>
              <a:ea typeface="Roboto"/>
              <a:cs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312801E-23CD-FC17-6AAD-FBE94780CC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14:cNvPr>
              <p14:cNvContentPartPr/>
              <p14:nvPr/>
            </p14:nvContentPartPr>
            <p14:xfrm flipV="1">
              <a:off x="71120" y="3048000"/>
              <a:ext cx="9712960" cy="13208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A6B6BE49-6074-0F60-A11B-690D86DF80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flipV="1">
                <a:off x="-1699696880" y="-20066000"/>
                <a:ext cx="2147483647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E9092E1F-EF08-65FC-ED33-9738237636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DBF90334-050C-F165-B139-F4DB545AEEF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14:cNvPr>
              <p14:cNvContentPartPr/>
              <p14:nvPr/>
            </p14:nvContentPartPr>
            <p14:xfrm flipH="1">
              <a:off x="7393784" y="715929"/>
              <a:ext cx="974549" cy="901315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D5E17817-0733-80B3-21FF-9ABC1743FF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 flipH="1">
                <a:off x="7330642" y="652963"/>
                <a:ext cx="1100472" cy="102688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375E4-E71F-A24B-0F35-A8DBB296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350" y="744823"/>
            <a:ext cx="6548825" cy="900031"/>
          </a:xfrm>
        </p:spPr>
        <p:txBody>
          <a:bodyPr>
            <a:normAutofit/>
          </a:bodyPr>
          <a:lstStyle/>
          <a:p>
            <a:r>
              <a:rPr lang="ru-RU" b="1" dirty="0">
                <a:highlight>
                  <a:srgbClr val="F3C230"/>
                </a:highlight>
                <a:ea typeface="+mj-lt"/>
                <a:cs typeface="+mj-lt"/>
              </a:rPr>
              <a:t>Оборудование</a:t>
            </a:r>
            <a:endParaRPr lang="ru-RU" b="1" dirty="0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456CF-13BF-0DF7-D210-89BA154B1227}"/>
              </a:ext>
            </a:extLst>
          </p:cNvPr>
          <p:cNvSpPr txBox="1"/>
          <p:nvPr/>
        </p:nvSpPr>
        <p:spPr>
          <a:xfrm>
            <a:off x="6517450" y="1925232"/>
            <a:ext cx="5925563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Увеличение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объёма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оперативной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памяти</a:t>
            </a:r>
            <a:endParaRPr lang="ru-RU" dirty="0" err="1"/>
          </a:p>
          <a:p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Выбор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режима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«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Высокая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производительность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»</a:t>
            </a:r>
            <a:endParaRPr lang="en-US" dirty="0"/>
          </a:p>
          <a:p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Сокращение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фоновых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процессов</a:t>
            </a:r>
            <a:endParaRPr lang="en-US" dirty="0" err="1"/>
          </a:p>
        </p:txBody>
      </p:sp>
      <p:pic>
        <p:nvPicPr>
          <p:cNvPr id="20" name="Рисунок 19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1A75226F-49A6-E94C-4852-7370B522A93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10407182" y="844794"/>
            <a:ext cx="1000360" cy="575310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AA942B-0691-0CC8-FDA6-4E99C59B62DF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48000"/>
          </a:blip>
          <a:stretch>
            <a:fillRect/>
          </a:stretch>
        </p:blipFill>
        <p:spPr>
          <a:xfrm>
            <a:off x="4381094" y="275908"/>
            <a:ext cx="1880434" cy="1715613"/>
          </a:xfrm>
          <a:prstGeom prst="rect">
            <a:avLst/>
          </a:prstGeom>
        </p:spPr>
      </p:pic>
      <p:pic>
        <p:nvPicPr>
          <p:cNvPr id="6" name="Рисунок 5" descr="Изображение выглядит как мультфильм, карти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3EF1EF-080A-620A-1DD7-6705BE0AA02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6669" y="4712369"/>
            <a:ext cx="4323848" cy="195513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пожар, камин, жара, плам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BE6CC9-97F8-C18A-980F-1431D27C221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11" y="2861009"/>
            <a:ext cx="4373479" cy="2459456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в помещении, компьютер, текст, газе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62CC6F-413C-F221-30AD-0007A4B002B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59" y="-2757"/>
            <a:ext cx="3773403" cy="287304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ноутбук, снимок экрана, компьютер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CF70BB-A906-8E15-7FD6-6A6EFC7F5C1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00333" y="912394"/>
            <a:ext cx="2379230" cy="2606843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раковина, в помещении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10CAA1-3317-E35E-F8C9-0851BCC5FF4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4912895"/>
            <a:ext cx="3789947" cy="1955132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компьютер, Мелкие и средние кошки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3B4FE3-DB05-5981-E703-B165A1C7D99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79395" y="4361448"/>
            <a:ext cx="2286001" cy="221581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кот, Кошачьи, Мелкие и средние кош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B62CC2-E772-8103-9568-8ABF5E9FE3B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20364" y="-24815"/>
            <a:ext cx="4685798" cy="78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8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846B-FEF9-C847-8C44-3707C671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 descr="Изображение выглядит как ноутбук, кот, компьютер, Нетбу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472D1C-39FB-3F28-0026-17E361043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560" y="2704"/>
            <a:ext cx="7378014" cy="1456809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звезда, творческий подход, астроном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E48E7C-DBE3-0F77-2EE9-DE4BB52E7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567" y="2358081"/>
            <a:ext cx="2502244" cy="24713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6981EAB5-7F76-5E36-7FF7-DF1A898FE3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87C363A7-D44F-4CF4-6B77-A22BD300DB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C7811F02-FAE6-A105-34D8-1D056F7786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56C82404-B5D7-0044-DEA9-4DED72D0F7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14:cNvPr>
              <p14:cNvContentPartPr/>
              <p14:nvPr/>
            </p14:nvContentPartPr>
            <p14:xfrm flipH="1" flipV="1">
              <a:off x="-853841" y="3048000"/>
              <a:ext cx="62698" cy="13208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C79F9260-DCDE-1873-4BD7-C7D1960556A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 flipH="1" flipV="1">
                <a:off x="-11825991" y="-20066000"/>
                <a:ext cx="21944300" cy="462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10847199-A242-AC43-044E-B31EC925FB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14:cNvPr>
              <p14:cNvContentPartPr/>
              <p14:nvPr/>
            </p14:nvContentPartPr>
            <p14:xfrm>
              <a:off x="6211629" y="1577662"/>
              <a:ext cx="1236651" cy="64842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6E8BB31C-EAD2-8944-96F6-5818CAE6DFB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8645" y="1514969"/>
                <a:ext cx="1362260" cy="18986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4324B-97F9-21D6-1B0E-6560893C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135" y="1265396"/>
            <a:ext cx="6428510" cy="90003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highlight>
                  <a:srgbClr val="F3C230"/>
                </a:highlight>
                <a:ea typeface="+mj-lt"/>
                <a:cs typeface="+mj-lt"/>
              </a:rPr>
              <a:t>Программное обеспечение</a:t>
            </a:r>
            <a:endParaRPr lang="ru-RU" b="1" dirty="0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2044D-CC99-3F98-5D14-F2A6864B39CD}"/>
              </a:ext>
            </a:extLst>
          </p:cNvPr>
          <p:cNvSpPr txBox="1"/>
          <p:nvPr/>
        </p:nvSpPr>
        <p:spPr>
          <a:xfrm>
            <a:off x="4951501" y="2388234"/>
            <a:ext cx="710866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Очистители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диска</a:t>
            </a:r>
            <a:endParaRPr lang="en-US" sz="2400" dirty="0" err="1">
              <a:solidFill>
                <a:srgbClr val="222222"/>
              </a:solidFill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Оптимизаторы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автозагрузки</a:t>
            </a: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Дефрагментаторы</a:t>
            </a:r>
            <a:endParaRPr lang="en-US" sz="2400" dirty="0">
              <a:solidFill>
                <a:srgbClr val="22222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Мониторы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ресурсов</a:t>
            </a:r>
            <a:endParaRPr lang="en-US" dirty="0" err="1"/>
          </a:p>
          <a:p>
            <a:pPr>
              <a:buFont typeface="Arial"/>
              <a:buChar char="•"/>
            </a:pPr>
            <a:endParaRPr lang="en-US"/>
          </a:p>
          <a:p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  </a:t>
            </a:r>
            <a:r>
              <a:rPr lang="en-US" sz="2400" b="1" i="1" dirty="0">
                <a:solidFill>
                  <a:srgbClr val="222222"/>
                </a:solidFill>
                <a:ea typeface="+mn-lt"/>
                <a:cs typeface="+mn-lt"/>
              </a:rPr>
              <a:t>А ТАК ЖЕ.....</a:t>
            </a:r>
            <a:endParaRPr lang="en-US" b="1" i="1" dirty="0"/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22" name="Рисунок 21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8D719168-9B23-9DB6-3AC7-5241002111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16238" y="1073897"/>
            <a:ext cx="758825" cy="575310"/>
          </a:xfrm>
          <a:prstGeom prst="rect">
            <a:avLst/>
          </a:prstGeom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14123582-B2A3-F745-1C68-B4DA5D56631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146384" y="1825625"/>
            <a:ext cx="5213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13" name="Рисунок 12" descr="Изображение выглядит как графическая вставка, мультфильм, Мультфильм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92E958-77B1-7E13-29A4-7BC0968FA8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16641" y="5311264"/>
            <a:ext cx="2233810" cy="1543728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манекен, игрушка, в помещении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4F3201-0593-C8C6-8AF7-98F874FC486B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56000"/>
          </a:blip>
          <a:stretch>
            <a:fillRect/>
          </a:stretch>
        </p:blipFill>
        <p:spPr>
          <a:xfrm>
            <a:off x="7268192" y="4847587"/>
            <a:ext cx="2773644" cy="1814764"/>
          </a:xfrm>
          <a:prstGeom prst="rect">
            <a:avLst/>
          </a:prstGeom>
        </p:spPr>
      </p:pic>
      <p:pic>
        <p:nvPicPr>
          <p:cNvPr id="27" name="Рисунок 26" descr="Изображение выглядит как на открытом воздухе, снимок экрана, небо, зерка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A78EBC-FAE9-3A2E-0225-BFC892ADA1E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70682" y="3668797"/>
            <a:ext cx="2724151" cy="2166810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текст, снимок экрана, электроника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2A6884-0FBF-FB4A-0807-44CF18994B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119" y="-4634"/>
            <a:ext cx="4827374" cy="3191132"/>
          </a:xfrm>
          <a:prstGeom prst="rect">
            <a:avLst/>
          </a:prstGeom>
        </p:spPr>
      </p:pic>
      <p:pic>
        <p:nvPicPr>
          <p:cNvPr id="30" name="Рисунок 29" descr="Изображение выглядит как текст, снимок экрана, медведь, Компьютерная иг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409BA6-E2F1-0907-928E-2597742168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3181865"/>
            <a:ext cx="4819137" cy="367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2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8388-3390-BC5D-AF0D-73BA0F5F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 descr="Изображение выглядит как кот, Мелкие и средние кошки, млекопитающее, домашняя кош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A9F353-27C6-C0F1-7876-C1294EC7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52274" y="2398795"/>
            <a:ext cx="3025941" cy="2060408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компьютер, кот, Мелкие и средние кошки, ноутбу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5C56D9-54AB-BA15-FA5D-CE9E8A9D7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430" y="4575509"/>
            <a:ext cx="4173455" cy="235919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млекопитающее, кот, Кошачьи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6F5BB5-7A0F-D7DD-BC1F-950B8DA87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132" y="-1"/>
            <a:ext cx="1945105" cy="15941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2765B0E-61B6-3035-909C-A979D8BB15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513B6-EB83-CE5C-38D0-6CC8581E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622424"/>
            <a:ext cx="7121236" cy="900031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highlight>
                  <a:srgbClr val="F3C230"/>
                </a:highlight>
                <a:ea typeface="+mj-lt"/>
                <a:cs typeface="+mj-lt"/>
              </a:rPr>
              <a:t>Безопасность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33234-0FFC-C206-3A77-3FA855E3FE3E}"/>
              </a:ext>
            </a:extLst>
          </p:cNvPr>
          <p:cNvSpPr txBox="1"/>
          <p:nvPr/>
        </p:nvSpPr>
        <p:spPr>
          <a:xfrm>
            <a:off x="140063" y="1354512"/>
            <a:ext cx="7108668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Удаление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вирусов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вредоносных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программ</a:t>
            </a: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Отключение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ненужных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служб</a:t>
            </a:r>
            <a:endParaRPr lang="en-US" dirty="0" err="1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Регулярное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обновление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драйверов</a:t>
            </a:r>
            <a:endParaRPr lang="en-US" dirty="0" err="1"/>
          </a:p>
          <a:p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6" name="Рисунок 15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ECCEB8-0F5C-2CAD-34E3-091111390FA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48000"/>
          </a:blip>
          <a:stretch>
            <a:fillRect/>
          </a:stretch>
        </p:blipFill>
        <p:spPr>
          <a:xfrm flipH="1">
            <a:off x="4542738" y="13664"/>
            <a:ext cx="1047249" cy="1444905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FCD40DEA-CD5A-B61F-C591-ABBEB17292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019" y="339021"/>
            <a:ext cx="1152945" cy="565903"/>
          </a:xfrm>
          <a:prstGeom prst="rect">
            <a:avLst/>
          </a:prstGeom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9B7AB648-9D78-EDFC-2BC4-DD51A5C4002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707857" y="2417177"/>
            <a:ext cx="1546057" cy="37597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17" name="Рисунок 16" descr="Изображение выглядит как текст, на открытом воздухе, человек, Наземны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00A611-10ED-CAE6-FA7E-112CA9B4CA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402" y="3093476"/>
            <a:ext cx="3760943" cy="230831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EAC011-6214-A609-8AEC-7833FCAE25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9684" y="4130089"/>
            <a:ext cx="2566737" cy="2548189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в помещении, компьютер, Персональный компьютер, Компьютерная клавиату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6895CB-4D4E-1DF3-8E37-59F7F5FDAB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507" y="5382628"/>
            <a:ext cx="4175959" cy="1476876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мультфильм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DAD185-FCA7-74D1-E0C0-75B8CAA8AF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5328" y="2546183"/>
            <a:ext cx="3319213" cy="2206793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снимок экрана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478B5C-8251-0F4D-B30C-EB3371A6FBF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88654" y="9775"/>
            <a:ext cx="2779796" cy="6848475"/>
          </a:xfrm>
          <a:prstGeom prst="rect">
            <a:avLst/>
          </a:prstGeom>
        </p:spPr>
      </p:pic>
      <p:pic>
        <p:nvPicPr>
          <p:cNvPr id="25" name="Рисунок 24" descr="Изображение выглядит как текст, снимок экран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A9A02C-4B79-3ECA-87D6-14E44672193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4237" y="218323"/>
            <a:ext cx="2456950" cy="1378117"/>
          </a:xfrm>
          <a:prstGeom prst="rect">
            <a:avLst/>
          </a:prstGeom>
        </p:spPr>
      </p:pic>
      <p:pic>
        <p:nvPicPr>
          <p:cNvPr id="29" name="Рисунок 28" descr="Изображение выглядит как мех, Мелкие и средние кошки, млекопитающее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326EBF-0624-6A88-E510-5FC5B4977C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7342" y="1353552"/>
            <a:ext cx="1624265" cy="10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5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5D97-060B-CA57-B7A3-E05123ED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 descr="Изображение выглядит как беспозвоночный, краб, ракообразное, моллюски и ракообразны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DAC419-E6C1-C2ED-2FFD-5C90ADF72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3509"/>
            <a:ext cx="7010400" cy="13766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46D5EC9-94A6-4000-AAE9-0703454167FB}"/>
                  </a:ext>
                </a:extLst>
              </p14:cNvPr>
              <p14:cNvContentPartPr/>
              <p14:nvPr/>
            </p14:nvContentPartPr>
            <p14:xfrm>
              <a:off x="8646160" y="5740400"/>
              <a:ext cx="10160" cy="101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46D5EC9-94A6-4000-AAE9-0703454167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8160" y="39624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96AFFCC8-4EBA-B3D3-529E-7F5467FB03C8}"/>
                  </a:ext>
                </a:extLst>
              </p14:cNvPr>
              <p14:cNvContentPartPr/>
              <p14:nvPr/>
            </p14:nvContentPartPr>
            <p14:xfrm>
              <a:off x="10576560" y="5506720"/>
              <a:ext cx="10160" cy="101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96AFFCC8-4EBA-B3D3-529E-7F5467FB03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98560" y="372872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55800BF9-5E6A-BA41-11AB-CFD3B924F097}"/>
                  </a:ext>
                </a:extLst>
              </p14:cNvPr>
              <p14:cNvContentPartPr/>
              <p14:nvPr/>
            </p14:nvContentPartPr>
            <p14:xfrm>
              <a:off x="10251440" y="538480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55800BF9-5E6A-BA41-11AB-CFD3B924F0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73440" y="36068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5CAA6048-30E4-A35E-A83C-10FB140AD908}"/>
                  </a:ext>
                </a:extLst>
              </p14:cNvPr>
              <p14:cNvContentPartPr/>
              <p14:nvPr/>
            </p14:nvContentPartPr>
            <p14:xfrm>
              <a:off x="10027920" y="5029200"/>
              <a:ext cx="10160" cy="101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5CAA6048-30E4-A35E-A83C-10FB140AD9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9920" y="3251200"/>
                <a:ext cx="3556000" cy="35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7657F1DF-11AC-3BAC-18EA-12DE8E33180B}"/>
                  </a:ext>
                </a:extLst>
              </p14:cNvPr>
              <p14:cNvContentPartPr/>
              <p14:nvPr/>
            </p14:nvContentPartPr>
            <p14:xfrm>
              <a:off x="1300480" y="1259840"/>
              <a:ext cx="10160" cy="101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7657F1DF-11AC-3BAC-18EA-12DE8E33180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52313" y="-518160"/>
                <a:ext cx="305647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A9E5B-256B-177A-2988-EC04FDA7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782" y="923214"/>
            <a:ext cx="7121236" cy="900031"/>
          </a:xfrm>
        </p:spPr>
        <p:txBody>
          <a:bodyPr>
            <a:normAutofit/>
          </a:bodyPr>
          <a:lstStyle/>
          <a:p>
            <a:r>
              <a:rPr lang="ru-RU" sz="3600" b="1" dirty="0">
                <a:highlight>
                  <a:srgbClr val="F3C230"/>
                </a:highlight>
              </a:rPr>
              <a:t>Вывод &lt;&lt;&gt;&gt;&lt;&lt;&gt;&gt;&lt;&lt;&gt;&gt;&lt;&lt;&gt;&gt;&lt;&lt;&gt;&gt;&gt;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E3E4D-6DAF-AE49-FEFE-72F877A452EC}"/>
              </a:ext>
            </a:extLst>
          </p:cNvPr>
          <p:cNvSpPr txBox="1"/>
          <p:nvPr/>
        </p:nvSpPr>
        <p:spPr>
          <a:xfrm>
            <a:off x="2456141" y="1825748"/>
            <a:ext cx="7108668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Оптимизация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ПК —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это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комплексная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настройка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системы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оборудования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программ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для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повышения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производительности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стабильности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Регулярное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обслуживание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соблюдение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мер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безопасности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обеспечивают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быструю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и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надёжную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работу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rgbClr val="222222"/>
                </a:solidFill>
                <a:ea typeface="+mn-lt"/>
                <a:cs typeface="+mn-lt"/>
              </a:rPr>
              <a:t>компьютера</a:t>
            </a:r>
            <a:r>
              <a:rPr lang="en-US" sz="2400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  <a:endParaRPr lang="ru-RU" dirty="0"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rgbClr val="222222"/>
              </a:solidFill>
            </a:endParaRPr>
          </a:p>
        </p:txBody>
      </p:sp>
      <p:pic>
        <p:nvPicPr>
          <p:cNvPr id="18" name="Рисунок 17" descr="Изображение выглядит как зарисовка, графическая вставка, мультфильм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972A7A3-5D42-9EAD-37F4-F22C6F4A1D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8879426" y="3059496"/>
            <a:ext cx="855413" cy="585336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86FC9182-6F19-FB17-0693-915A72D9A52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4195" y="1825625"/>
            <a:ext cx="69382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21" name="Рисунок 20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542AA3-06BB-0B48-6138-EF465455FC41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48000"/>
          </a:blip>
          <a:stretch>
            <a:fillRect/>
          </a:stretch>
        </p:blipFill>
        <p:spPr>
          <a:xfrm>
            <a:off x="871178" y="2848294"/>
            <a:ext cx="1659857" cy="1845954"/>
          </a:xfrm>
          <a:prstGeom prst="rect">
            <a:avLst/>
          </a:prstGeom>
        </p:spPr>
      </p:pic>
      <p:pic>
        <p:nvPicPr>
          <p:cNvPr id="3" name="Рисунок 2" descr="Изображение выглядит как небо, облако, на открытом воздухе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DEEDF0-0828-9EF0-A0D8-48A886B7C5D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2063" y="3540043"/>
            <a:ext cx="3311191" cy="3317207"/>
          </a:xfrm>
          <a:prstGeom prst="rect">
            <a:avLst/>
          </a:prstGeom>
        </p:spPr>
      </p:pic>
      <p:pic>
        <p:nvPicPr>
          <p:cNvPr id="10" name="Рисунок 9" descr="Изображение выглядит как игрушка, безалкогольный напиток, мультфильм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86726F-3477-34FF-00A0-76F40C1422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71438" y="4615864"/>
            <a:ext cx="2529139" cy="22383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черный, челюсть, Лоб, портр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2F8C60-3B50-E946-0583-033B042EA90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10263" y="4625893"/>
            <a:ext cx="2867527" cy="223837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стена, человек, в помещении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15AEB9-ADCE-ED4B-326C-DC04BCC9F5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93984" y="4934702"/>
            <a:ext cx="2529139" cy="1921543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бутылка, мультфильм, в помещении, млекопитающе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A3338F-E14C-33C9-2A75-1FC592846BF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85684" y="1712995"/>
            <a:ext cx="2406316" cy="2118561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текст, Камеры и оптика, снимок экрана, проекто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8159B9-DB4B-EB77-3C0F-8D58D0EA41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70686" y="2689559"/>
            <a:ext cx="1545056" cy="1920040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текст, одежда, человек, солнцезащитные оч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87713F-AC40-4B40-8E72-771DD768312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3785" y="-1"/>
            <a:ext cx="2413885" cy="2767264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снимок экрана, плака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B28EFE-F919-A3EB-7284-16877B2D7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3498" y="-501"/>
            <a:ext cx="2859505" cy="2046372"/>
          </a:xfrm>
          <a:prstGeom prst="rect">
            <a:avLst/>
          </a:prstGeom>
        </p:spPr>
      </p:pic>
      <p:pic>
        <p:nvPicPr>
          <p:cNvPr id="26" name="Рисунок 25" descr="Изображение выглядит как текст, Человеческое лицо, снимок экрана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4BB970-9967-50FC-C77F-7A5D08B8CC6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0984" y="4205037"/>
            <a:ext cx="2859505" cy="2648953"/>
          </a:xfrm>
          <a:prstGeom prst="rect">
            <a:avLst/>
          </a:prstGeom>
        </p:spPr>
      </p:pic>
      <p:pic>
        <p:nvPicPr>
          <p:cNvPr id="27" name="Рисунок 26" descr="Изображение выглядит как текст, зарисовка, графическая встав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33272C-8BDD-B7DC-8AC7-C5AC8797E3F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31617" y="3537034"/>
            <a:ext cx="1855872" cy="886829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кот, млекопитающее, Мелкие и средние кошки, домашняя кош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943A5C-C4C9-45B3-320C-F75FA7E6846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73374" y="4311316"/>
            <a:ext cx="1275911" cy="125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FF366-1753-32C8-368D-2DB016A1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3430" y="2058458"/>
            <a:ext cx="252119" cy="1363191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млекопитающее, кот, Мелкие и средние кошки, Кошачь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24EEC6-2E24-C85B-B1EC-54DAC965D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2" y="-3439"/>
            <a:ext cx="12280429" cy="6861762"/>
          </a:xfrm>
          <a:prstGeom prst="rect">
            <a:avLst/>
          </a:prstGeom>
        </p:spPr>
      </p:pic>
      <p:sp>
        <p:nvSpPr>
          <p:cNvPr id="5" name="Пузырек для мыслей: облако 4">
            <a:extLst>
              <a:ext uri="{FF2B5EF4-FFF2-40B4-BE49-F238E27FC236}">
                <a16:creationId xmlns:a16="http://schemas.microsoft.com/office/drawing/2014/main" id="{C36BD24D-76CA-1264-5042-084836A1D651}"/>
              </a:ext>
            </a:extLst>
          </p:cNvPr>
          <p:cNvSpPr/>
          <p:nvPr/>
        </p:nvSpPr>
        <p:spPr>
          <a:xfrm>
            <a:off x="8062148" y="809037"/>
            <a:ext cx="4054592" cy="2314222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еда, сэндвич, закусочный пищевой продукт, хлеб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B6E3F6-1C97-FD61-7D53-FEC3719E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85" y="1122948"/>
            <a:ext cx="2516605" cy="16944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266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рисунок, мультфильм, иллюстрация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F6C625-BCCD-2A48-2347-BF1E60FCB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flipH="1">
            <a:off x="-1902" y="5034"/>
            <a:ext cx="12195804" cy="68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46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932F0-C33E-1760-B8AC-CE8B784E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14:cNvPr>
              <p14:cNvContentPartPr/>
              <p14:nvPr/>
            </p14:nvContentPartPr>
            <p14:xfrm>
              <a:off x="6370319" y="3647440"/>
              <a:ext cx="10160" cy="10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28A7D28-9025-1BA1-4BE2-F44B45C081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2319" y="1869440"/>
                <a:ext cx="3556000" cy="355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Объект 3">
            <a:extLst>
              <a:ext uri="{FF2B5EF4-FFF2-40B4-BE49-F238E27FC236}">
                <a16:creationId xmlns:a16="http://schemas.microsoft.com/office/drawing/2014/main" id="{7EF566C7-1197-731A-EA13-95C37A028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  <a:endParaRPr lang="ru-RU"/>
          </a:p>
        </p:txBody>
      </p:sp>
      <p:pic>
        <p:nvPicPr>
          <p:cNvPr id="6" name="Рисунок 5" descr="Изображение выглядит как текст, Шрифт,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D37CFE-97DD-349E-7A19-90A21B5BF8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695" y="0"/>
            <a:ext cx="12195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950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Оптимизация ресурсов ПК</vt:lpstr>
      <vt:lpstr>Презентация PowerPoint</vt:lpstr>
      <vt:lpstr>Операционная система</vt:lpstr>
      <vt:lpstr>Оборудование</vt:lpstr>
      <vt:lpstr>Программное обеспечение</vt:lpstr>
      <vt:lpstr>Безопасность</vt:lpstr>
      <vt:lpstr>Вывод &lt;&lt;&gt;&gt;&lt;&lt;&gt;&gt;&lt;&lt;&gt;&gt;&lt;&lt;&gt;&gt;&lt;&lt;&gt;&gt;&gt;</vt:lpstr>
      <vt:lpstr>Презентация PowerPoint</vt:lpstr>
      <vt:lpstr>Презентация PowerPoint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2240</cp:revision>
  <dcterms:created xsi:type="dcterms:W3CDTF">2024-12-22T16:27:31Z</dcterms:created>
  <dcterms:modified xsi:type="dcterms:W3CDTF">2026-03-03T19:38:08Z</dcterms:modified>
</cp:coreProperties>
</file>