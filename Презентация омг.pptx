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57" r:id="rId3"/>
    <p:sldId id="258" r:id="rId4"/>
    <p:sldId id="259" r:id="rId5"/>
    <p:sldId id="260" r:id="rId6"/>
    <p:sldId id="261" r:id="rId7"/>
    <p:sldId id="262" r:id="rId8"/>
    <p:sldId id="268" r:id="rId9"/>
    <p:sldId id="267" r:id="rId10"/>
    <p:sldId id="269" r:id="rId11"/>
    <p:sldId id="266" r:id="rId12"/>
    <p:sldId id="270" r:id="rId13"/>
    <p:sldId id="271" r:id="rId14"/>
    <p:sldId id="272" r:id="rId15"/>
    <p:sldId id="273" r:id="rId16"/>
    <p:sldId id="274" r:id="rId17"/>
    <p:sldId id="275" r:id="rId18"/>
    <p:sldId id="276" r:id="rId19"/>
    <p:sldId id="264" r:id="rId2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BE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E0EE2D-A5F0-4A11-9CE7-6531B8276FE1}" v="1164" dt="2025-09-24T22:24:21.2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2" autoAdjust="0"/>
    <p:restoredTop sz="94660"/>
  </p:normalViewPr>
  <p:slideViewPr>
    <p:cSldViewPr snapToGrid="0">
      <p:cViewPr varScale="1">
        <p:scale>
          <a:sx n="89" d="100"/>
          <a:sy n="89" d="100"/>
        </p:scale>
        <p:origin x="8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4.785"/>
    </inkml:context>
    <inkml:brush xml:id="br0">
      <inkml:brushProperty name="width" value="0.35" units="cm"/>
      <inkml:brushProperty name="height" value="0.35" units="cm"/>
      <inkml:brushProperty name="color" value="#FFFFFF"/>
    </inkml:brush>
  </inkml:definitions>
  <inkml:trace contextRef="#ctx0" brushRef="#br0">17211 15620 16383 0 0,'0'10'0'0'0,"0"17"0"0"0,0 18 0 0 0,0 17 0 0 0,0 2 0 0 0,0-5 0 0 0,0 2 0 0 0,0 5 0 0 0,0-4 0 0 0,0 1 0 0 0,0 6 0 0 0,0-1 0 0 0,0 4 0 0 0,0-2 0 0 0,0-7 0 0 0,0-6 0 0 0,0-6 0 0 0,0-9 0 0 0,0-5 0 0 0,0 0 0 0 0,4 8 0 0 0,8 1 0 0 0,0-21 0 0 0,-1-20 0 0 0,-3-25 0 0 0,-2-15 0 0 0,-3-9 0 0 0,-1-4 0 0 0,-1-2 0 0 0,-2 2 0 0 0,1 5 0 0 0,-1-6 0 0 0,1 2 0 0 0,-1 4 0 0 0,1 4 0 0 0,0 4 0 0 0,0-6 0 0 0,0-2 0 0 0,0 3 0 0 0,0-2 0 0 0,0-9 0 0 0,0-4 0 0 0,0-3 0 0 0,0 3 0 0 0,0 7 0 0 0,0-3 0 0 0,0 2 0 0 0,0 5 0 0 0,0 5 0 0 0,0 0 0 0 0,0 1 0 0 0,0 3 0 0 0,0 2 0 0 0,0 2 0 0 0,0 1 0 0 0,0 2 0 0 0,0 0 0 0 0,0-5 0 0 0,0-1 0 0 0,0 0 0 0 0,0 2 0 0 0,0 0 0 0 0,0 2 0 0 0,0-4 0 0 0,0-6 0 0 0,0-1 0 0 0,0 2 0 0 0,0 3 0 0 0,0-3 0 0 0,5 6 0 0 0,1-1 0 0 0,0 0 0 0 0,-1 2 0 0 0,-1 0 0 0 0,-2-3 0 0 0,-1-5 0 0 0,0-1 0 0 0,-1 2 0 0 0,-1 2 0 0 0,1-1 0 0 0,0-4 0 0 0,0-1 0 0 0,-1 4 0 0 0,1 3 0 0 0,0 2 0 0 0,0 3 0 0 0,0-3 0 0 0,5-1 0 0 0,1 1 0 0 0,1 2 0 0 0,-3 1 0 0 0,0 1 0 0 0,-2-4 0 0 0,-1-6 0 0 0,0 0 0 0 0,-1 1 0 0 0,4 3 0 0 0,2-3 0 0 0,0-3 0 0 0,-1-1 0 0 0,-2 4 0 0 0,-1 2 0 0 0,-1 4 0 0 0,0 2 0 0 0,-1 2 0 0 0,0 0 0 0 0,-1-3 0 0 0,1-2 0 0 0,0 0 0 0 0,0 1 0 0 0,0-3 0 0 0,0-5 0 0 0,0-1 0 0 0,0 3 0 0 0,0 2 0 0 0,0-1 0 0 0,0-5 0 0 0,0 1 0 0 0,0 2 0 0 0,0 4 0 0 0,0 3 0 0 0,0 2 0 0 0,0-3 0 0 0,0-1 0 0 0,0 1 0 0 0,0 2 0 0 0,0 1 0 0 0,0 1 0 0 0,-5 1 0 0 0,-1 0 0 0 0,-1-4 0 0 0,3-1 0 0 0,0 0 0 0 0,2 1 0 0 0,1-3 0 0 0,0-6 0 0 0,1 1 0 0 0,0 1 0 0 0,1 3 0 0 0,-1 4 0 0 0,0 1 0 0 0,0-2 0 0 0,1-1 0 0 0,-1 1 0 0 0,0 2 0 0 0,0 0 0 0 0,-5-2 0 0 0,-2-2 0 0 0,1 2 0 0 0,1 1 0 0 0,2 1 0 0 0,1-3 0 0 0,1-5 0 0 0,-5-1 0 0 0,0 2 0 0 0,0 3 0 0 0,1-3 0 0 0,2-3 0 0 0,1 0 0 0 0,1 2 0 0 0,1 4 0 0 0,0 3 0 0 0,0 2 0 0 0,0-4 0 0 0,1 1 0 0 0,-1 0 0 0 0,0 1 0 0 0,0 2 0 0 0,0 1 0 0 0,0-3 0 0 0,0-7 0 0 0,0-1 0 0 0,0 2 0 0 0,0 3 0 0 0,0-2 0 0 0,0-5 0 0 0,0 1 0 0 0,0 2 0 0 0,0 4 0 0 0,0-7 0 0 0,0-1 0 0 0,0 3 0 0 0,0-2 0 0 0,0-3 0 0 0,0 1 0 0 0,0 4 0 0 0,0 4 0 0 0,0 4 0 0 0,0 2 0 0 0,0-3 0 0 0,0-5 0 0 0,0-1 0 0 0,0 1 0 0 0,0 3 0 0 0,-5 3 0 0 0,-6 7 0 0 0,-1 2 0 0 0,1-3 0 0 0,2-2 0 0 0,4-2 0 0 0,1 1 0 0 0,3 0 0 0 0,0 0 0 0 0,1-4 0 0 0,1-6 0 0 0,-1-1 0 0 0,1 2 0 0 0,-1 3 0 0 0,-4 2 0 0 0,-7 7 0 0 0,-2 13 0 0 0,2 14 0 0 0,3 16 0 0 0,2 11 0 0 0,3 5 0 0 0,1 2 0 0 0,2 5 0 0 0,5 0 0 0 0,-3-6 0 0 0,-7-9 0 0 0,-7-8 0 0 0,-11-7 0 0 0,-11-5 0 0 0,-5-4 0 0 0,-1-1 0 0 0,3 0 0 0 0,-4-1 0 0 0,-3 1 0 0 0,1-1 0 0 0,3 2 0 0 0,3-1 0 0 0,-2 1 0 0 0,-3 0 0 0 0,0 0 0 0 0,3 0 0 0 0,3 0 0 0 0,-2 0 0 0 0,-4 0 0 0 0,0 0 0 0 0,3 1 0 0 0,3-1 0 0 0,-2 0 0 0 0,-9 0 0 0 0,-2 0 0 0 0,4 0 0 0 0,-1 0 0 0 0,3 0 0 0 0,4 0 0 0 0,3 0 0 0 0,4 0 0 0 0,2 0 0 0 0,-3 0 0 0 0,-6 0 0 0 0,-1 0 0 0 0,1 0 0 0 0,3 0 0 0 0,-2 0 0 0 0,-4 0 0 0 0,0 0 0 0 0,2 0 0 0 0,4 0 0 0 0,-3 0 0 0 0,-3 0 0 0 0,0 0 0 0 0,3 0 0 0 0,3 0 0 0 0,3 0 0 0 0,2 0 0 0 0,-4 0 0 0 0,1 0 0 0 0,0 0 0 0 0,1 0 0 0 0,2 0 0 0 0,1 0 0 0 0,-4 0 0 0 0,0 0 0 0 0,-1 0 0 0 0,3 0 0 0 0,0 0 0 0 0,2 0 0 0 0,-4 0 0 0 0,-11 0 0 0 0,-6 0 0 0 0,-6 0 0 0 0,4 0 0 0 0,5 0 0 0 0,6 0 0 0 0,0 0 0 0 0,-6 0 0 0 0,0 0 0 0 0,3 0 0 0 0,-1 0 0 0 0,4 0 0 0 0,-2 0 0 0 0,-2 0 0 0 0,1 0 0 0 0,5 0 0 0 0,3 0 0 0 0,3 0 0 0 0,3 0 0 0 0,-2 0 0 0 0,-7 0 0 0 0,0 0 0 0 0,2 0 0 0 0,2 0 0 0 0,-2 0 0 0 0,-5 0 0 0 0,1 0 0 0 0,3 0 0 0 0,2 0 0 0 0,-1 0 0 0 0,-4 0 0 0 0,0 0 0 0 0,3 0 0 0 0,3 0 0 0 0,-2 0 0 0 0,-5 0 0 0 0,2 0 0 0 0,1 0 0 0 0,4 0 0 0 0,-2 0 0 0 0,1 0 0 0 0,1 0 0 0 0,3 0 0 0 0,2 0 0 0 0,1 0 0 0 0,-4 0 0 0 0,-5 0 0 0 0,-1 0 0 0 0,1 0 0 0 0,3 0 0 0 0,2 0 0 0 0,3 0 0 0 0,-4 0 0 0 0,0 0 0 0 0,1 0 0 0 0,2 0 0 0 0,0 0 0 0 0,2 0 0 0 0,1 0 0 0 0,1 0 0 0 0,-5 0 0 0 0,-1 0 0 0 0,-5 0 0 0 0,-5 0 0 0 0,0 0 0 0 0,3 0 0 0 0,-7 0 0 0 0,-3 0 0 0 0,0 0 0 0 0,1 4 0 0 0,3 7 0 0 0,6 2 0 0 0,-1-2 0 0 0,-7-3 0 0 0,0-2 0 0 0,3-3 0 0 0,-4-1 0 0 0,0-2 0 0 0,5 0 0 0 0,5 0 0 0 0,0-1 0 0 0,-8 1 0 0 0,-5-1 0 0 0,-4 1 0 0 0,4 0 0 0 0,6 0 0 0 0,6 5 0 0 0,5 1 0 0 0,4 0 0 0 0,-2-1 0 0 0,-1-1 0 0 0,2-2 0 0 0,-4-1 0 0 0,0 4 0 0 0,-3 2 0 0 0,0-2 0 0 0,2 0 0 0 0,-2 3 0 0 0,1 0 0 0 0,-2 0 0 0 0,0-3 0 0 0,3 3 0 0 0,8 5 0 0 0,4 1 0 0 0,7 2 0 0 0,6 3 0 0 0,5 3 0 0 0,5 4 0 0 0,2 10 0 0 0,2 5 0 0 0,0 0 0 0 0,0 2 0 0 0,0 4 0 0 0,0-1 0 0 0,5 1 0 0 0,0 2 0 0 0,1 7 0 0 0,2 3 0 0 0,1-2 0 0 0,-2-8 0 0 0,-2-6 0 0 0,-2 4 0 0 0,-2-2 0 0 0,9 1 0 0 0,2-2 0 0 0,-1-4 0 0 0,-3-4 0 0 0,-2 7 0 0 0,-3 0 0 0 0,-2-2 0 0 0,-2-3 0 0 0,0-4 0 0 0,0-2 0 0 0,-1 2 0 0 0,1 1 0 0 0,-1-1 0 0 0,1-1 0 0 0,0-2 0 0 0,0 8 0 0 0,0 3 0 0 0,0-1 0 0 0,0-3 0 0 0,0 1 0 0 0,0 10 0 0 0,0 4 0 0 0,0 9 0 0 0,0 8 0 0 0,0 2 0 0 0,0-2 0 0 0,0-8 0 0 0,0-1 0 0 0,0-5 0 0 0,0-7 0 0 0,0-3 0 0 0,-5 0 0 0 0,-1-7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4.786"/>
    </inkml:context>
    <inkml:brush xml:id="br0">
      <inkml:brushProperty name="width" value="0.35" units="cm"/>
      <inkml:brushProperty name="height" value="0.35" units="cm"/>
      <inkml:brushProperty name="color" value="#FFFFFF"/>
    </inkml:brush>
  </inkml:definitions>
  <inkml:trace contextRef="#ctx0" brushRef="#br0">10504 16210 16383 0 0,'5'-4'0'0'0,"20"-3"0"0"0,7-4 0 0 0,12 0 0 0 0,17-8 0 0 0,13-6 0 0 0,14 2 0 0 0,5-5 0 0 0,-3 2 0 0 0,-7 1 0 0 0,-9 5 0 0 0,-6-5 0 0 0,-6 3 0 0 0,-9 5 0 0 0,-8 5 0 0 0,-7 5 0 0 0,0 4 0 0 0,2 2 0 0 0,0 1 0 0 0,-2 1 0 0 0,-3 0 0 0 0,2 0 0 0 0,0-1 0 0 0,-2 1 0 0 0,-2-1 0 0 0,-2 0 0 0 0,9 0 0 0 0,1 0 0 0 0,0 0 0 0 0,-3 0 0 0 0,-4 0 0 0 0,-1 0 0 0 0,2 0 0 0 0,5 0 0 0 0,0 0 0 0 0,-1 0 0 0 0,-3 0 0 0 0,2 0 0 0 0,4 0 0 0 0,0 0 0 0 0,-2 0 0 0 0,-4 0 0 0 0,2 0 0 0 0,5 0 0 0 0,-2 0 0 0 0,-1 0 0 0 0,-4 0 0 0 0,2 0 0 0 0,4 0 0 0 0,0 0 0 0 0,-3 0 0 0 0,-2 0 0 0 0,-4 0 0 0 0,-2 0 0 0 0,3 0 0 0 0,5 0 0 0 0,2 0 0 0 0,-3 0 0 0 0,-2 0 0 0 0,3 0 0 0 0,3 0 0 0 0,0 0 0 0 0,-2 0 0 0 0,-4 0 0 0 0,2 0 0 0 0,4 0 0 0 0,0 0 0 0 0,2 0 0 0 0,4 0 0 0 0,-3 0 0 0 0,-3 0 0 0 0,-4 0 0 0 0,-4 0 0 0 0,7 0 0 0 0,1 0 0 0 0,3 0 0 0 0,3 0 0 0 0,-1 0 0 0 0,-4 0 0 0 0,-5 0 0 0 0,-3 0 0 0 0,-4 0 0 0 0,3 0 0 0 0,1 0 0 0 0,-2 0 0 0 0,9 0 0 0 0,2 0 0 0 0,-2 0 0 0 0,-4 0 0 0 0,-2 0 0 0 0,-4 0 0 0 0,8 0 0 0 0,2 0 0 0 0,-2 0 0 0 0,2 0 0 0 0,4 0 0 0 0,-2 0 0 0 0,-3 0 0 0 0,-4 0 0 0 0,2 0 0 0 0,3 0 0 0 0,0 0 0 0 0,2 0 0 0 0,3 0 0 0 0,-1 0 0 0 0,-4 0 0 0 0,-5 0 0 0 0,-3 0 0 0 0,-3 0 0 0 0,3 0 0 0 0,1 0 0 0 0,-2 0 0 0 0,0 0 0 0 0,-2 0 0 0 0,-2 0 0 0 0,5 0 0 0 0,6 0 0 0 0,0 0 0 0 0,-1 0 0 0 0,-2 0 0 0 0,1 0 0 0 0,5 0 0 0 0,-1 0 0 0 0,2 0 0 0 0,4 0 0 0 0,-2 0 0 0 0,1 0 0 0 0,1 0 0 0 0,-1 0 0 0 0,-5 0 0 0 0,-4 0 0 0 0,0 0 0 0 0,4 0 0 0 0,0 0 0 0 0,-3 0 0 0 0,-4 0 0 0 0,-2 0 0 0 0,-2 0 0 0 0,8 0 0 0 0,2 0 0 0 0,4 0 0 0 0,-1 0 0 0 0,-4 0 0 0 0,-3 0 0 0 0,2 0 0 0 0,3 0 0 0 0,0 0 0 0 0,-3 0 0 0 0,-3 0 0 0 0,2 0 0 0 0,4 0 0 0 0,0 0 0 0 0,-3 0 0 0 0,-3 0 0 0 0,2 0 0 0 0,5 0 0 0 0,-2 0 0 0 0,-1 0 0 0 0,-4 0 0 0 0,-3 0 0 0 0,-2 0 0 0 0,3 0 0 0 0,-4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3"/>
    </inkml:context>
    <inkml:brush xml:id="br0">
      <inkml:brushProperty name="width" value="0.35" units="cm"/>
      <inkml:brushProperty name="height" value="0.35" units="cm"/>
      <inkml:brushProperty name="color" value="#FFFFFF"/>
    </inkml:brush>
  </inkml:definitions>
  <inkml:trace contextRef="#ctx0" brushRef="#br0">28231 16669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4"/>
    </inkml:context>
    <inkml:brush xml:id="br0">
      <inkml:brushProperty name="width" value="0.35" units="cm"/>
      <inkml:brushProperty name="height" value="0.35" units="cm"/>
      <inkml:brushProperty name="color" value="#FFFFFF"/>
    </inkml:brush>
  </inkml:definitions>
  <inkml:trace contextRef="#ctx0" brushRef="#br0">33258 16060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5"/>
    </inkml:context>
    <inkml:brush xml:id="br0">
      <inkml:brushProperty name="width" value="0.35" units="cm"/>
      <inkml:brushProperty name="height" value="0.35" units="cm"/>
      <inkml:brushProperty name="color" value="#FFFFFF"/>
    </inkml:brush>
  </inkml:definitions>
  <inkml:trace contextRef="#ctx0" brushRef="#br0">32411 15743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6"/>
    </inkml:context>
    <inkml:brush xml:id="br0">
      <inkml:brushProperty name="width" value="0.35" units="cm"/>
      <inkml:brushProperty name="height" value="0.35" units="cm"/>
      <inkml:brushProperty name="color" value="#FFFFFF"/>
    </inkml:brush>
  </inkml:definitions>
  <inkml:trace contextRef="#ctx0" brushRef="#br0">31829 14817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7"/>
    </inkml:context>
    <inkml:brush xml:id="br0">
      <inkml:brushProperty name="width" value="0.35" units="cm"/>
      <inkml:brushProperty name="height" value="0.35" units="cm"/>
      <inkml:brushProperty name="color" value="#FFFFFF"/>
    </inkml:brush>
  </inkml:definitions>
  <inkml:trace contextRef="#ctx0" brushRef="#br0">32064 10599 16383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8"/>
    </inkml:context>
    <inkml:brush xml:id="br0">
      <inkml:brushProperty name="width" value="0.35" units="cm"/>
      <inkml:brushProperty name="height" value="0.35" units="cm"/>
      <inkml:brushProperty name="color" value="#FFFFFF"/>
    </inkml:brush>
  </inkml:definitions>
  <inkml:trace contextRef="#ctx0" brushRef="#br0">9102 5001 16383 0 0,'4'0'0'0'0,"3"0"0"0"0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9"/>
    </inkml:context>
    <inkml:brush xml:id="br0">
      <inkml:brushProperty name="width" value="0.35" units="cm"/>
      <inkml:brushProperty name="height" value="0.35" units="cm"/>
      <inkml:brushProperty name="color" value="#FFFFFF"/>
    </inkml:brush>
  </inkml:definitions>
  <inkml:trace contextRef="#ctx0" brushRef="#br0">25204 2786 16383 0 0,'-4'-10'0'0'0,"-8"-8"0"0"0,-5 0 0 0 0,-10-8 0 0 0,0 6 0 0 0,4 12 0 0 0,2 15 0 0 0,-1 13 0 0 0,3 7 0 0 0,6 8 0 0 0,4 4 0 0 0,4 0 0 0 0,3-3 0 0 0,1-2 0 0 0,2-1 0 0 0,0 6 0 0 0,0 3 0 0 0,0-1 0 0 0,-1 1 0 0 0,1 4 0 0 0,-1-1 0 0 0,0-4 0 0 0,0-4 0 0 0,5-3 0 0 0,1-3 0 0 0,0 3 0 0 0,-1 1 0 0 0,-2-2 0 0 0,4 0 0 0 0,1-2 0 0 0,-1-2 0 0 0,-3 5 0 0 0,0 1 0 0 0,-2-1 0 0 0,-1-1 0 0 0,-1-1 0 0 0,0-2 0 0 0,-1 4 0 0 0,1 5 0 0 0,0 2 0 0 0,-1-2 0 0 0,1-3 0 0 0,0 3 0 0 0,0 3 0 0 0,0 0 0 0 0,0-2 0 0 0,0-4 0 0 0,0 3 0 0 0,0 3 0 0 0,0 0 0 0 0,0-3 0 0 0,0-3 0 0 0,0 2 0 0 0,0 4 0 0 0,0 0 0 0 0,0-3 0 0 0,0-2 0 0 0,0-4 0 0 0,0-2 0 0 0,0-2 0 0 0,0 4 0 0 0,0 2 0 0 0,0-2 0 0 0,0 0 0 0 0,0-2 0 0 0,0 4 0 0 0,0 5 0 0 0,0 6 0 0 0,0 0 0 0 0,0 1 0 0 0,0 3 0 0 0,0-3 0 0 0,-5 0 0 0 0,-1 3 0 0 0,0-4 0 0 0,1 1 0 0 0,-3-3 0 0 0,-1-4 0 0 0,-3 5 0 0 0,0 0 0 0 0,3-3 0 0 0,-3-3 0 0 0,-3-5 0 0 0,0-2 0 0 0,3 3 0 0 0,3 4 0 0 0,4 1 0 0 0,-3-6 0 0 0,-4-4 0 0 0,0-3 0 0 0,1-1 0 0 0,-1 0 0 0 0,-5-4 0 0 0,-7-7 0 0 0,-11-5 0 0 0,-3-4 0 0 0,-1-4 0 0 0,2-2 0 0 0,-2 0 0 0 0,-5-1 0 0 0,1-1 0 0 0,3 1 0 0 0,3 1 0 0 0,4-1 0 0 0,2 1 0 0 0,-3 0 0 0 0,-1 0 0 0 0,1 0 0 0 0,2 0 0 0 0,1 0 0 0 0,1 0 0 0 0,-4 0 0 0 0,-6 0 0 0 0,0 0 0 0 0,1 0 0 0 0,2 0 0 0 0,-1 0 0 0 0,0 0 0 0 0,2 0 0 0 0,3 0 0 0 0,1 0 0 0 0,2 0 0 0 0,-3 0 0 0 0,-7 0 0 0 0,0 0 0 0 0,-3 0 0 0 0,-5 0 0 0 0,-3 0 0 0 0,3 0 0 0 0,4 0 0 0 0,4 0 0 0 0,1 0 0 0 0,-9 0 0 0 0,-5 0 0 0 0,-3 0 0 0 0,3 0 0 0 0,5 0 0 0 0,7 0 0 0 0,0 0 0 0 0,-2 0 0 0 0,1 0 0 0 0,4 0 0 0 0,2 0 0 0 0,3 0 0 0 0,3 0 0 0 0,-9 0 0 0 0,-2 0 0 0 0,2 0 0 0 0,-4 0 0 0 0,2 0 0 0 0,3 0 0 0 0,3 0 0 0 0,3 0 0 0 0,1 0 0 0 0,-2 0 0 0 0,-7 0 0 0 0,0 0 0 0 0,2 0 0 0 0,1 0 0 0 0,4 0 0 0 0,2 0 0 0 0,-4 0 0 0 0,0 0 0 0 0,1 0 0 0 0,2 0 0 0 0,0 0 0 0 0,3 0 0 0 0,-5 0 0 0 0,-6 0 0 0 0,-1 0 0 0 0,3-5 0 0 0,1-6 0 0 0,4-6 0 0 0,6-10 0 0 0,9-10 0 0 0,1-3 0 0 0,0 0 0 0 0,3 2 0 0 0,3 3 0 0 0,4 2 0 0 0,-2 3 0 0 0,-4 1 0 0 0,0 0 0 0 0,2-3 0 0 0,4-7 0 0 0,2-1 0 0 0,2 1 0 0 0,2 2 0 0 0,1-1 0 0 0,0-5 0 0 0,1 1 0 0 0,-1 2 0 0 0,1 4 0 0 0,-1 3 0 0 0,0 1 0 0 0,0-2 0 0 0,0 0 0 0 0,0 0 0 0 0,0 1 0 0 0,0 2 0 0 0,-4 1 0 0 0,-8 1 0 0 0,0 1 0 0 0,1-5 0 0 0,-2-1 0 0 0,1 0 0 0 0,2 1 0 0 0,4-4 0 0 0,2-4 0 0 0,2-1 0 0 0,1 2 0 0 0,1 4 0 0 0,1 2 0 0 0,-1 3 0 0 0,6-8 0 0 0,0-3 0 0 0,6-2 0 0 0,4 0 0 0 0,0 3 0 0 0,7 14 0 0 0,-1 15 0 0 0,1 16 0 0 0,-3 11 0 0 0,-6 13 0 0 0,-5 6 0 0 0,2 8 0 0 0,-3 0 0 0 0,-1-1 0 0 0,-3 2 0 0 0,-1 2 0 0 0,-2 0 0 0 0,-1 1 0 0 0,5 2 0 0 0,1-2 0 0 0,9-14 0 0 0,2-16 0 0 0,-1-17 0 0 0,-4-13 0 0 0,-4-13 0 0 0,-4-12 0 0 0,-1-3 0 0 0,-3-1 0 0 0,0 3 0 0 0,-1-1 0 0 0,-4-9 0 0 0,-2 0 0 0 0,0 4 0 0 0,2 0 0 0 0,1-2 0 0 0,2 2 0 0 0,-4 9 0 0 0,-1 7 0 0 0,1 3 0 0 0,1 1 0 0 0,2 0 0 0 0,1-4 0 0 0,1-8 0 0 0,1-1 0 0 0,-5 1 0 0 0,-5 6 0 0 0,-3 5 0 0 0,3-4 0 0 0,1-5 0 0 0,4-2 0 0 0,2 1 0 0 0,1 2 0 0 0,2 2 0 0 0,0 2 0 0 0,0-3 0 0 0,1-6 0 0 0,-1-1 0 0 0,-4 3 0 0 0,-7 6 0 0 0,-1 5 0 0 0,1-3 0 0 0,2-6 0 0 0,4-1 0 0 0,1 0 0 0 0,3 2 0 0 0,0-3 0 0 0,1-4 0 0 0,1 0 0 0 0,-1 2 0 0 0,1 3 0 0 0,-1 4 0 0 0,0 2 0 0 0,1-3 0 0 0,3-11 0 0 0,3-2 0 0 0,-1 3 0 0 0,4 8 0 0 0,4 10 0 0 0,6 5 0 0 0,3 6 0 0 0,3 6 0 0 0,2 4 0 0 0,1 3 0 0 0,5 1 0 0 0,1 2 0 0 0,0 0 0 0 0,-1 1 0 0 0,-2-2 0 0 0,-1 1 0 0 0,3 0 0 0 0,6-1 0 0 0,1 0 0 0 0,-2 0 0 0 0,-3 0 0 0 0,-3 0 0 0 0,-1 0 0 0 0,2 0 0 0 0,1 0 0 0 0,-1 0 0 0 0,-1 0 0 0 0,3 0 0 0 0,-5 0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0"/>
    </inkml:context>
    <inkml:brush xml:id="br0">
      <inkml:brushProperty name="width" value="0.35" units="cm"/>
      <inkml:brushProperty name="height" value="0.35" units="cm"/>
      <inkml:brushProperty name="color" value="#FFFFFF"/>
    </inkml:brush>
  </inkml:definitions>
  <inkml:trace contextRef="#ctx0" brushRef="#br0">25310 5662 16383 0 0,'0'5'0'0'0,"-10"12"0"0"0,-14 3 0 0 0,-7-2 0 0 0,-9-4 0 0 0,-8-4 0 0 0,5 1 0 0 0,-1-2 0 0 0,2-1 0 0 0,-2-3 0 0 0,-4-2 0 0 0,-3-2 0 0 0,6 5 0 0 0,6 0 0 0 0,0 0 0 0 0,-4-1 0 0 0,0-2 0 0 0,3-1 0 0 0,3-1 0 0 0,-3-1 0 0 0,1 5 0 0 0,2 2 0 0 0,2-1 0 0 0,2-1 0 0 0,1-2 0 0 0,-3 0 0 0 0,-2-2 0 0 0,1-1 0 0 0,1 0 0 0 0,2 0 0 0 0,2 0 0 0 0,-5-1 0 0 0,-6 1 0 0 0,-1 0 0 0 0,2 0 0 0 0,2 0 0 0 0,-1 0 0 0 0,-5 0 0 0 0,0 0 0 0 0,3 0 0 0 0,4 0 0 0 0,-2 0 0 0 0,-5 0 0 0 0,1 0 0 0 0,2 0 0 0 0,4 0 0 0 0,-2 0 0 0 0,-5 0 0 0 0,1 0 0 0 0,3 0 0 0 0,2 0 0 0 0,4 0 0 0 0,3 0 0 0 0,-9 0 0 0 0,-3 0 0 0 0,2 0 0 0 0,-3 0 0 0 0,-3 0 0 0 0,-9 0 0 0 0,-10 0 0 0 0,-4 0 0 0 0,-5 0 0 0 0,5 0 0 0 0,11 0 0 0 0,9 0 0 0 0,3 0 0 0 0,6 0 0 0 0,4 0 0 0 0,4 0 0 0 0,2 0 0 0 0,-8 0 0 0 0,-3 0 0 0 0,1 0 0 0 0,-7-5 0 0 0,4-7 0 0 0,5-1 0 0 0,4 1 0 0 0,-2 3 0 0 0,-4 3 0 0 0,-1-2 0 0 0,2-1 0 0 0,-1-3 0 0 0,5 1 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1"/>
    </inkml:context>
    <inkml:brush xml:id="br0">
      <inkml:brushProperty name="width" value="0.35" units="cm"/>
      <inkml:brushProperty name="height" value="0.35" units="cm"/>
      <inkml:brushProperty name="color" value="#FFFFFF"/>
    </inkml:brush>
  </inkml:definitions>
  <inkml:trace contextRef="#ctx0" brushRef="#br0">24711 5405 16383 0 0,'0'-8'0'0'0,"0"-7"0"0"0,0-5 0 0 0,0-4 0 0 0,0-1 0 0 0,0 0 0 0 0,105-5 0 0 0,53-1 0 0 0,-13 0 0 0 0,79 2 0 0 0,0 1 0 0 0,-26 2 0 0 0,52-7 0 0 0,105 1 0 0 0,-12 3 0 0 0,-67 2 0 0 0,-78-3 0 0 0,-67-8 0 0 0,-65-3 0 0 0,-39 3 0 0 0,-27-2 0 0 0,0 3 0 0 0,-27 3 0 0 0,14 3 0 0 0,0 4 0 0 0,13 1 0 0 0,-13-3 0 0 0,13-4 0 0 0,0-2 0 0 0,0 3 0 0 0,0 1 0 0 0,0-3 0 0 0,0-1 0 0 0,0-2 0 0 0,0 3 0 0 0,0 3 0 0 0,0-2 0 0 0,0-3 0 0 0,0 0 0 0 0,0 2 0 0 0,0 3 0 0 0,0-1 0 0 0,0-5 0 0 0,0 1 0 0 0,0 2 0 0 0,0 3 0 0 0,0 3 0 0 0,0 1 0 0 0,0-2 0 0 0,0-4 0 0 0,0-2 0 0 0,0 1 0 0 0,0 3 0 0 0,0-1 0 0 0,0-5 0 0 0,0 2 0 0 0,0 0 0 0 0,0 4 0 0 0,0-2 0 0 0,0-3 0 0 0,0 0 0 0 0,0 3 0 0 0,0 1 0 0 0,0-1 0 0 0,0-2 0 0 0,0-1 0 0 0,0-2 0 0 0,0-3 0 0 0,0 2 0 0 0,0 2 0 0 0,0 5 0 0 0,0-1 0 0 0,0-3 0 0 0,0 0 0 0 0,0 2 0 0 0,0 3 0 0 0,0-1 0 0 0,0 4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2"/>
    </inkml:context>
    <inkml:brush xml:id="br0">
      <inkml:brushProperty name="width" value="0.35" units="cm"/>
      <inkml:brushProperty name="height" value="0.35" units="cm"/>
      <inkml:brushProperty name="color" value="#FFFFFF"/>
    </inkml:brush>
  </inkml:definitions>
  <inkml:trace contextRef="#ctx0" brushRef="#br0">21802 5344 16383 0 0,'4'0'0'0'0,"8"0"0"0"0,5 0 0 0 0,5 0 0 0 0,9 0 0 0 0,8 0 0 0 0,3 0 0 0 0,-1 0 0 0 0,2 0 0 0 0,-2 0 0 0 0,3 0 0 0 0,-3 0 0 0 0,-2 0 0 0 0,-3 0 0 0 0,1 0 0 0 0,5 0 0 0 0,-1 0 0 0 0,-1 0 0 0 0,-4 0 0 0 0,2 0 0 0 0,4 0 0 0 0,1 0 0 0 0,-4 0 0 0 0,-2 0 0 0 0,-4 0 0 0 0,-2 0 0 0 0,4 0 0 0 0,4 0 0 0 0,2 0 0 0 0,-2 0 0 0 0,2 0 0 0 0,4 0 0 0 0,-1 0 0 0 0,-4 0 0 0 0,2 0 0 0 0,4 0 0 0 0,-3 0 0 0 0,-2 0 0 0 0,1 0 0 0 0,2 0 0 0 0,0 0 0 0 0,-4 0 0 0 0,2 0 0 0 0,3 0 0 0 0,-2 0 0 0 0,-2 0 0 0 0,-5 0 0 0 0,3 0 0 0 0,8 0 0 0 0,1 0 0 0 0,-2 0 0 0 0,0 0 0 0 0,7 0 0 0 0,4 0 0 0 0,-3 0 0 0 0,-1 0 0 0 0,1 0 0 0 0,-5 0 0 0 0,-6 0 0 0 0,-4 0 0 0 0,-1 0 0 0 0,4 0 0 0 0,-1 0 0 0 0,-2 0 0 0 0,-3 0 0 0 0,-3 0 0 0 0,-2 0 0 0 0,3 0 0 0 0,1 0 0 0 0,-1 0 0 0 0,-1 0 0 0 0,3 0 0 0 0,0 0 0 0 0,0 0 0 0 0,-3 0 0 0 0,-1 0 0 0 0,-2 0 0 0 0,0 0 0 0 0,8 0 0 0 0,3 0 0 0 0,4 0 0 0 0,4 0 0 0 0,4 0 0 0 0,-3 0 0 0 0,0 0 0 0 0,-4 1 0 0 0,-5-1 0 0 0,-4 0 0 0 0,-4 0 0 0 0,-3 0 0 0 0,4 0 0 0 0,0 0 0 0 0,-5 0 0 0 0,-3 0 0 0 0,-1 0 0 0 0,0 0 0 0 0,1 0 0 0 0,5 0 0 0 0,7 0 0 0 0,2 0 0 0 0,0 0 0 0 0,-4 0 0 0 0,3 0 0 0 0,5 0 0 0 0,-2 0 0 0 0,-2 0 0 0 0,-3 0 0 0 0,-3 0 0 0 0,-8 0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3"/>
    </inkml:context>
    <inkml:brush xml:id="br0">
      <inkml:brushProperty name="width" value="0.35" units="cm"/>
      <inkml:brushProperty name="height" value="0.35" units="cm"/>
      <inkml:brushProperty name="color" value="#FFFFFF"/>
    </inkml:brush>
  </inkml:definitions>
  <inkml:trace contextRef="#ctx0" brushRef="#br0">25722 2090 16383 0 0,'0'21'0'0'0,"0"13"0"0"0,0 5 0 0 0,0 2 0 0 0,0 4 0 0 0,0 10 0 0 0,5 12 0 0 0,2 6 0 0 0,0 5 0 0 0,4 0 0 0 0,0 4 0 0 0,3-3 0 0 0,0-9 0 0 0,-3-11 0 0 0,-3-10 0 0 0,-3-3 0 0 0,-3 1 0 0 0,-1-2 0 0 0,5 2 0 0 0,5 4 0 0 0,3-2 0 0 0,-3 1 0 0 0,-2-2 0 0 0,2 1 0 0 0,0-2 0 0 0,-3 6 0 0 0,-2 0 0 0 0,-3-4 0 0 0,-1-5 0 0 0,4 6 0 0 0,1 0 0 0 0,0-4 0 0 0,-2-4 0 0 0,-2-4 0 0 0,-1 3 0 0 0,-1 4 0 0 0,-1 10 0 0 0,0 13 0 0 0,0 4 0 0 0,0 7 0 0 0,0-1 0 0 0,-1-2 0 0 0,1-9 0 0 0,0-10 0 0 0,0 0 0 0 0,0-3 0 0 0,0-6 0 0 0,0-7 0 0 0,0 2 0 0 0,0 3 0 0 0,0 0 0 0 0,0-4 0 0 0,0-2 0 0 0,0-4 0 0 0,0-2 0 0 0,0 8 0 0 0,0 4 0 0 0,0-2 0 0 0,0 2 0 0 0,0 5 0 0 0,0-2 0 0 0,0-3 0 0 0,0-5 0 0 0,0 1 0 0 0,0 5 0 0 0,0-1 0 0 0,0-3 0 0 0,0-3 0 0 0,0 2 0 0 0,0 4 0 0 0,0 0 0 0 0,0-3 0 0 0,0-3 0 0 0,0-3 0 0 0,0-3 0 0 0,0 4 0 0 0,0 0 0 0 0,0-1 0 0 0,0-1 0 0 0,0-1 0 0 0,0-2 0 0 0,0 4 0 0 0,0 1 0 0 0,0 0 0 0 0,0-2 0 0 0,0-1 0 0 0,0-2 0 0 0,0 5 0 0 0,0 6 0 0 0,0 0 0 0 0,0-1 0 0 0,0-24 0 0 0,-5-15 0 0 0,-8-14 0 0 0,0-10 0 0 0,-5-8 0 0 0,-3 2 0 0 0,-5 0 0 0 0,-7 4 0 0 0,-4 5 0 0 0,-1 7 0 0 0,1-1 0 0 0,-4 1 0 0 0,-6 3 0 0 0,0 2 0 0 0,14 3 0 0 0,17 1 0 0 0,17 0 0 0 0,13 1 0 0 0,10 1 0 0 0,6-1 0 0 0,8-10 0 0 0,4-4 0 0 0,4-4 0 0 0,1-5 0 0 0,-3 2 0 0 0,-9-2 0 0 0,0-1 0 0 0,0-2 0 0 0,-2-2 0 0 0,-5-2 0 0 0,-8-1 0 0 0,-8 0 0 0 0,-5 0 0 0 0,-4-1 0 0 0,-8 1 0 0 0,-3-1 0 0 0,-6 1 0 0 0,-5 0 0 0 0,0-1 0 0 0,-1 7 0 0 0,-4 1 0 0 0,3-1 0 0 0,5-1 0 0 0,6-1 0 0 0,3-7 0 0 0,4-3 0 0 0,2 0 0 0 0,1 0 0 0 0,1 2 0 0 0,-10-4 0 0 0,-4-1 0 0 0,0 2 0 0 0,2 1 0 0 0,4 2 0 0 0,2-3 0 0 0,3-7 0 0 0,1 0 0 0 0,-4-3 0 0 0,-2-5 0 0 0,1 3 0 0 0,1 3 0 0 0,2 5 0 0 0,0 4 0 0 0,2 4 0 0 0,1-4 0 0 0,0 0 0 0 0,0 1 0 0 0,1 1 0 0 0,-1 2 0 0 0,0 1 0 0 0,0 2 0 0 0,0-1 0 0 0,0-4 0 0 0,0-2 0 0 0,0 0 0 0 0,0 2 0 0 0,0-4 0 0 0,0-6 0 0 0,0 0 0 0 0,0 3 0 0 0,0 2 0 0 0,0 4 0 0 0,0 3 0 0 0,0-4 0 0 0,0-1 0 0 0,0 2 0 0 0,0 1 0 0 0,0 2 0 0 0,0 1 0 0 0,0 1 0 0 0,0 0 0 0 0,0 1 0 0 0,11 6 0 0 0,3 6 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4"/>
    </inkml:context>
    <inkml:brush xml:id="br0">
      <inkml:brushProperty name="width" value="0.35" units="cm"/>
      <inkml:brushProperty name="height" value="0.35" units="cm"/>
      <inkml:brushProperty name="color" value="#FFFFFF"/>
    </inkml:brush>
  </inkml:definitions>
  <inkml:trace contextRef="#ctx0" brushRef="#br0">18812 5320 16383 0 0,'9'0'0'0'0,"14"0"0"0"0,7 0 0 0 0,3 0 0 0 0,1 0 0 0 0,-1 0 0 0 0,0 0 0 0 0,2 0 0 0 0,7 5 0 0 0,-6 6 0 0 0,-3 2 0 0 0,-2 2 0 0 0,-2 0 0 0 0,3-3 0 0 0,2-4 0 0 0,4 2 0 0 0,6-1 0 0 0,-1-2 0 0 0,-2-2 0 0 0,-3 3 0 0 0,-4 0 0 0 0,-2-2 0 0 0,2-1 0 0 0,6-2 0 0 0,0-1 0 0 0,-1-1 0 0 0,-3-1 0 0 0,2 0 0 0 0,4-1 0 0 0,0 1 0 0 0,-2 0 0 0 0,-4 0 0 0 0,2-1 0 0 0,4 1 0 0 0,0 0 0 0 0,-2 0 0 0 0,-4 0 0 0 0,2 0 0 0 0,-6 5 0 0 0,-3 6 0 0 0,-1 2 0 0 0,3-2 0 0 0,1-3 0 0 0,1-2 0 0 0,-1-3 0 0 0,4-1 0 0 0,0 3 0 0 0,-1 6 0 0 0,-1 1 0 0 0,-2-2 0 0 0,-2-2 0 0 0,-1-2 0 0 0,0-3 0 0 0,3-2 0 0 0,-2 4 0 0 0,2 2 0 0 0,1-2 0 0 0,0 0 0 0 0,-1-2 0 0 0,3-2 0 0 0,6 0 0 0 0,0 0 0 0 0,-1-1 0 0 0,-4-1 0 0 0,3 1 0 0 0,3 0 0 0 0,1 0 0 0 0,-4 0 0 0 0,-3-1 0 0 0,-2 1 0 0 0,-3 0 0 0 0,3 0 0 0 0,5 0 0 0 0,2 0 0 0 0,-3 0 0 0 0,-2 0 0 0 0,-2 0 0 0 0,-3 0 0 0 0,3 0 0 0 0,1 0 0 0 0,-1 0 0 0 0,-1 0 0 0 0,3 0 0 0 0,5 0 0 0 0,0 0 0 0 0,-1 0 0 0 0,-4 0 0 0 0,-2 0 0 0 0,-3 0 0 0 0,4 0 0 0 0,-1-4 0 0 0,0-8 0 0 0,-1 0 0 0 0,3-4 0 0 0,0-8 0 0 0,4-10 0 0 0,-5-4 0 0 0,-8 0 0 0 0,-10 1 0 0 0,-11 7 0 0 0,-17 4 0 0 0,-16 7 0 0 0,-8 6 0 0 0,-4 5 0 0 0,1 4 0 0 0,2 3 0 0 0,-3 2 0 0 0,1 0 0 0 0,2 0 0 0 0,2 0 0 0 0,2 0 0 0 0,2 0 0 0 0,-4 4 0 0 0,0 1 0 0 0,0 1 0 0 0,1-3 0 0 0,2 0 0 0 0,-4-2 0 0 0,0-1 0 0 0,0 0 0 0 0,2 8 0 0 0,1 4 0 0 0,2-1 0 0 0,-4-3 0 0 0,-1-2 0 0 0,1-3 0 0 0,-3-2 0 0 0,-1-1 0 0 0,2-1 0 0 0,2 0 0 0 0,-3-1 0 0 0,-5 1 0 0 0,1-1 0 0 0,1 1 0 0 0,4 0 0 0 0,-2 0 0 0 0,-5 0 0 0 0,1 0 0 0 0,3 0 0 0 0,3 0 0 0 0,-2 0 0 0 0,-5 0 0 0 0,2 0 0 0 0,1 0 0 0 0,4 0 0 0 0,3 0 0 0 0,2 0 0 0 0,-3 0 0 0 0,-1 0 0 0 0,1 0 0 0 0,2 0 0 0 0,1 0 0 0 0,1 0 0 0 0,-4 0 0 0 0,-11 0 0 0 0,-11 0 0 0 0,-2 0 0 0 0,5 0 0 0 0,1 0 0 0 0,10 0 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5"/>
    </inkml:context>
    <inkml:brush xml:id="br0">
      <inkml:brushProperty name="width" value="0.35" units="cm"/>
      <inkml:brushProperty name="height" value="0.35" units="cm"/>
      <inkml:brushProperty name="color" value="#FFFFFF"/>
    </inkml:brush>
  </inkml:definitions>
  <inkml:trace contextRef="#ctx0" brushRef="#br0">17523 6102 16383 0 0,'0'-10'0'0'0,"0"-12"0"0"0,0-8 0 0 0,0-3 0 0 0,0-1 0 0 0,0 1 0 0 0,0 0 0 0 0,0-3 0 0 0,-5 0 0 0 0,-6 6 0 0 0,-2 3 0 0 0,2 1 0 0 0,-2 1 0 0 0,1 14 0 0 0,2 13 0 0 0,4 12 0 0 0,2 8 0 0 0,2 5 0 0 0,1 2 0 0 0,1 2 0 0 0,-4 0 0 0 0,-2 5 0 0 0,1 0 0 0 0,0-1 0 0 0,2-1 0 0 0,1-11 0 0 0,1-20 0 0 0,1-15 0 0 0,0-14 0 0 0,0-14 0 0 0,0-13 0 0 0,0-8 0 0 0,0 2 0 0 0,1 6 0 0 0,-1 7 0 0 0,0 3 0 0 0,0-2 0 0 0,0 2 0 0 0,0 3 0 0 0,0 5 0 0 0,0-2 0 0 0,0 5 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6"/>
    </inkml:context>
    <inkml:brush xml:id="br0">
      <inkml:brushProperty name="width" value="0.35" units="cm"/>
      <inkml:brushProperty name="height" value="0.35" units="cm"/>
      <inkml:brushProperty name="color" value="#FFFFFF"/>
    </inkml:brush>
  </inkml:definitions>
  <inkml:trace contextRef="#ctx0" brushRef="#br0">17387 3201 16383 0 0,'-5'10'0'0'0,"-6"3"0"0"0,-2 4 0 0 0,2 9 0 0 0,3 9 0 0 0,2 4 0 0 0,3 0 0 0 0,1-2 0 0 0,2 3 0 0 0,0 8 0 0 0,1 6 0 0 0,-1 3 0 0 0,1-2 0 0 0,-1-7 0 0 0,0 3 0 0 0,0-2 0 0 0,0-5 0 0 0,0-5 0 0 0,0 1 0 0 0,0 3 0 0 0,0-2 0 0 0,0-2 0 0 0,0-3 0 0 0,0 2 0 0 0,5-6 0 0 0,6-3 0 0 0,2-2 0 0 0,-2-1 0 0 0,2 5 0 0 0,-1 7 0 0 0,2 1 0 0 0,-1 0 0 0 0,-3-3 0 0 0,-3-2 0 0 0,2-3 0 0 0,-1-1 0 0 0,-1-1 0 0 0,-2 4 0 0 0,3 1 0 0 0,0 0 0 0 0,-2-1 0 0 0,-1-2 0 0 0,-1-1 0 0 0,-3 4 0 0 0,5-4 0 0 0,0 3 0 0 0,0 0 0 0 0,-1 0 0 0 0,-2-2 0 0 0,-1 5 0 0 0,-1 4 0 0 0,-1 2 0 0 0,0-3 0 0 0,0-2 0 0 0,0-4 0 0 0,-1-1 0 0 0,1 2 0 0 0,0 1 0 0 0,-5-6 0 0 0,-6-2 0 0 0,-2-2 0 0 0,-2 4 0 0 0,0 8 0 0 0,3 2 0 0 0,4-1 0 0 0,3-2 0 0 0,2 2 0 0 0,2-5 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7"/>
    </inkml:context>
    <inkml:brush xml:id="br0">
      <inkml:brushProperty name="width" value="0.35" units="cm"/>
      <inkml:brushProperty name="height" value="0.35" units="cm"/>
      <inkml:brushProperty name="color" value="#FFFFFF"/>
    </inkml:brush>
  </inkml:definitions>
  <inkml:trace contextRef="#ctx0" brushRef="#br0">29210 8811 16383 0 0,'0'4'0'0'0,"0"3"0"0"0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8"/>
    </inkml:context>
    <inkml:brush xml:id="br0">
      <inkml:brushProperty name="width" value="0.35" units="cm"/>
      <inkml:brushProperty name="height" value="0.35" units="cm"/>
      <inkml:brushProperty name="color" value="#FFFFFF"/>
    </inkml:brush>
  </inkml:definitions>
  <inkml:trace contextRef="#ctx0" brushRef="#br0">13309 10398 16383 0 0,'0'0'0'0'0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9"/>
    </inkml:context>
    <inkml:brush xml:id="br0">
      <inkml:brushProperty name="width" value="0.35" units="cm"/>
      <inkml:brushProperty name="height" value="0.35" units="cm"/>
      <inkml:brushProperty name="color" value="#FFFFFF"/>
    </inkml:brush>
  </inkml:definitions>
  <inkml:trace contextRef="#ctx0" brushRef="#br0">16748 7170 16383 0 0,'0'0'0'0'0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20"/>
    </inkml:context>
    <inkml:brush xml:id="br0">
      <inkml:brushProperty name="width" value="0.35" units="cm"/>
      <inkml:brushProperty name="height" value="0.35" units="cm"/>
      <inkml:brushProperty name="color" value="#FFFFFF"/>
    </inkml:brush>
  </inkml:definitions>
  <inkml:trace contextRef="#ctx0" brushRef="#br0">11165 3413 16383 0 0,'0'0'0'0'0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21"/>
    </inkml:context>
    <inkml:brush xml:id="br0">
      <inkml:brushProperty name="width" value="0.35" units="cm"/>
      <inkml:brushProperty name="height" value="0.35" units="cm"/>
      <inkml:brushProperty name="color" value="#FFFFFF"/>
    </inkml:brush>
  </inkml:definitions>
  <inkml:trace contextRef="#ctx0" brushRef="#br0">24005 3254 16383 0 0,'-4'0'0'0'0,"-3"5"0"0"0,1 11 0 0 0,1 13 0 0 0,2 5 0 0 0,1 3 0 0 0,0-1 0 0 0,2 4 0 0 0,0-1 0 0 0,0-2 0 0 0,0 2 0 0 0,1 0 0 0 0,4-3 0 0 0,6-6 0 0 0,2-5 0 0 0,-2 4 0 0 0,-3 1 0 0 0,-2 1 0 0 0,-3 0 0 0 0,3 3 0 0 0,6 2 0 0 0,0-1 0 0 0,4 9 0 0 0,3 10 0 0 0,3-4 0 0 0,-1-5 0 0 0,-6-1 0 0 0,-4-3 0 0 0,1-4 0 0 0,2-3 0 0 0,0 2 0 0 0,-4 0 0 0 0,-2-2 0 0 0,-3-1 0 0 0,-3-2 0 0 0,-11 3 0 0 0,-3 1 0 0 0,-1 0 0 0 0,3-2 0 0 0,2-2 0 0 0,3 4 0 0 0,3 0 0 0 0,0 0 0 0 0,2-2 0 0 0,1-2 0 0 0,-1 0 0 0 0,1 2 0 0 0,-1 7 0 0 0,1-9 0 0 0,-1-14 0 0 0,0-20 0 0 0,0-15 0 0 0,0-12 0 0 0,0-12 0 0 0,0-4 0 0 0,-10 2 0 0 0,-3 4 0 0 0,1-2 0 0 0,2-3 0 0 0,-1 2 0 0 0,0 2 0 0 0,3 5 0 0 0,2-2 0 0 0,2-4 0 0 0,2 0 0 0 0,2 3 0 0 0,0 3 0 0 0,0 3 0 0 0,10 7 0 0 0,8 8 0 0 0,11 11 0 0 0,0 13 0 0 0,0 19 0 0 0,0 10 0 0 0,-5 4 0 0 0,-7 5 0 0 0,-1-5 0 0 0,-3 0 0 0 0,-5-1 0 0 0,-2 2 0 0 0,-4 4 0 0 0,-1 0 0 0 0,-1-4 0 0 0,0-3 0 0 0,-1-3 0 0 0,0-3 0 0 0,1 3 0 0 0,-1 0 0 0 0,1 0 0 0 0,0-1 0 0 0,0-2 0 0 0,0-1 0 0 0,0 3 0 0 0,0 7 0 0 0,0 1 0 0 0,0-2 0 0 0,0-3 0 0 0,0 2 0 0 0,0 10 0 0 0,0 0 0 0 0,-5-2 0 0 0,-1 0 0 0 0,0-3 0 0 0,1-3 0 0 0,-4-5 0 0 0,1-3 0 0 0,-4-2 0 0 0,-5-6 0 0 0,-3-7 0 0 0,0-12 0 0 0,0-11 0 0 0,-2-9 0 0 0,3-12 0 0 0,5-6 0 0 0,4-3 0 0 0,4 1 0 0 0,4-4 0 0 0,1-4 0 0 0,1-1 0 0 0,1 4 0 0 0,0 3 0 0 0,0 12 0 0 0,0 21 0 0 0,-1 15 0 0 0,0 11 0 0 0,0 7 0 0 0,1 7 0 0 0,-1 8 0 0 0,-1 1 0 0 0,1-3 0 0 0,0-3 0 0 0,0-3 0 0 0,0 1 0 0 0,0-1 0 0 0,0 4 0 0 0,0-1 0 0 0,0 3 0 0 0,0 4 0 0 0,0-2 0 0 0,0-2 0 0 0,0 0 0 0 0,0-2 0 0 0,0-2 0 0 0,0-4 0 0 0,0-2 0 0 0,-4 2 0 0 0,-3 6 0 0 0,1 0 0 0 0,-4-1 0 0 0,-4-3 0 0 0,-11 2 0 0 0,-4 0 0 0 0,-3-7 0 0 0,-6-4 0 0 0,-10-7 0 0 0,-7-6 0 0 0,-4-6 0 0 0,4-4 0 0 0,6-3 0 0 0,-3-1 0 0 0,3-2 0 0 0,4 1 0 0 0,6 0 0 0 0,-1 0 0 0 0,-2 0 0 0 0,0 1 0 0 0,3 0 0 0 0,-1 0 0 0 0,0 0 0 0 0,-1 0 0 0 0,0 0 0 0 0,4-5 0 0 0,2-1 0 0 0,-2 0 0 0 0,-5 1 0 0 0,1 1 0 0 0,2 2 0 0 0,3 1 0 0 0,-2 1 0 0 0,-9-5 0 0 0,-6-6 0 0 0,-9-1 0 0 0,-3 1 0 0 0,0 3 0 0 0,-3 2 0 0 0,0 3 0 0 0,6 1 0 0 0,10 2 0 0 0,9 0 0 0 0,1 1 0 0 0,-1-1 0 0 0,2 1 0 0 0,3-1 0 0 0,3 0 0 0 0,-2 0 0 0 0,-9 0 0 0 0,-11 0 0 0 0,-1 0 0 0 0,5 0 0 0 0,2 0 0 0 0,-5 0 0 0 0,-3 0 0 0 0,4 0 0 0 0,7 0 0 0 0,-3 0 0 0 0,2 0 0 0 0,5 0 0 0 0,5 0 0 0 0,0 0 0 0 0,-9 0 0 0 0,0 0 0 0 0,3 0 0 0 0,0 0 0 0 0,-3 0 0 0 0,3 0 0 0 0,4 0 0 0 0,4 0 0 0 0,-2 0 0 0 0,7 0 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21"/>
    </inkml:context>
    <inkml:brush xml:id="br0">
      <inkml:brushProperty name="width" value="0.35" units="cm"/>
      <inkml:brushProperty name="height" value="0.35" units="cm"/>
      <inkml:brushProperty name="color" value="#FFFFFF"/>
    </inkml:brush>
  </inkml:definitions>
  <inkml:trace contextRef="#ctx0" brushRef="#br0">24005 3254 16383 0 0,'-4'0'0'0'0,"-3"5"0"0"0,1 11 0 0 0,1 13 0 0 0,2 5 0 0 0,1 3 0 0 0,0-1 0 0 0,2 4 0 0 0,0-1 0 0 0,0-2 0 0 0,0 2 0 0 0,1 0 0 0 0,4-3 0 0 0,6-6 0 0 0,2-5 0 0 0,-2 4 0 0 0,-3 1 0 0 0,-2 1 0 0 0,-3 0 0 0 0,3 3 0 0 0,6 2 0 0 0,0-1 0 0 0,4 9 0 0 0,3 10 0 0 0,3-4 0 0 0,-1-5 0 0 0,-6-1 0 0 0,-4-3 0 0 0,1-4 0 0 0,2-3 0 0 0,0 2 0 0 0,-4 0 0 0 0,-2-2 0 0 0,-3-1 0 0 0,-3-2 0 0 0,-11 3 0 0 0,-3 1 0 0 0,-1 0 0 0 0,3-2 0 0 0,2-2 0 0 0,3 4 0 0 0,3 0 0 0 0,0 0 0 0 0,2-2 0 0 0,1-2 0 0 0,-1 0 0 0 0,1 2 0 0 0,-1 7 0 0 0,1-9 0 0 0,-1-14 0 0 0,0-20 0 0 0,0-15 0 0 0,0-12 0 0 0,0-12 0 0 0,0-4 0 0 0,-10 2 0 0 0,-3 4 0 0 0,1-2 0 0 0,2-3 0 0 0,-1 2 0 0 0,0 2 0 0 0,3 5 0 0 0,2-2 0 0 0,2-4 0 0 0,2 0 0 0 0,2 3 0 0 0,0 3 0 0 0,0 3 0 0 0,10 7 0 0 0,8 8 0 0 0,11 11 0 0 0,0 13 0 0 0,0 19 0 0 0,0 10 0 0 0,-5 4 0 0 0,-7 5 0 0 0,-1-5 0 0 0,-3 0 0 0 0,-5-1 0 0 0,-2 2 0 0 0,-4 4 0 0 0,-1 0 0 0 0,-1-4 0 0 0,0-3 0 0 0,-1-3 0 0 0,0-3 0 0 0,1 3 0 0 0,-1 0 0 0 0,1 0 0 0 0,0-1 0 0 0,0-2 0 0 0,0-1 0 0 0,0 3 0 0 0,0 7 0 0 0,0 1 0 0 0,0-2 0 0 0,0-3 0 0 0,0 2 0 0 0,0 10 0 0 0,0 0 0 0 0,-5-2 0 0 0,-1 0 0 0 0,0-3 0 0 0,1-3 0 0 0,-4-5 0 0 0,1-3 0 0 0,-4-2 0 0 0,-5-6 0 0 0,-3-7 0 0 0,0-12 0 0 0,0-11 0 0 0,-2-9 0 0 0,3-12 0 0 0,5-6 0 0 0,4-3 0 0 0,4 1 0 0 0,4-4 0 0 0,1-4 0 0 0,1-1 0 0 0,1 4 0 0 0,0 3 0 0 0,0 12 0 0 0,0 21 0 0 0,-1 15 0 0 0,0 11 0 0 0,0 7 0 0 0,1 7 0 0 0,-1 8 0 0 0,-1 1 0 0 0,1-3 0 0 0,0-3 0 0 0,0-3 0 0 0,0 1 0 0 0,0-1 0 0 0,0 4 0 0 0,0-1 0 0 0,0 3 0 0 0,0 4 0 0 0,0-2 0 0 0,0-2 0 0 0,0 0 0 0 0,0-2 0 0 0,0-2 0 0 0,0-4 0 0 0,0-2 0 0 0,-4 2 0 0 0,-3 6 0 0 0,1 0 0 0 0,-4-1 0 0 0,-4-3 0 0 0,-11 2 0 0 0,-4 0 0 0 0,-3-7 0 0 0,-6-4 0 0 0,-10-7 0 0 0,-7-6 0 0 0,-4-6 0 0 0,4-4 0 0 0,6-3 0 0 0,-3-1 0 0 0,3-2 0 0 0,4 1 0 0 0,6 0 0 0 0,-1 0 0 0 0,-2 0 0 0 0,0 1 0 0 0,3 0 0 0 0,-1 0 0 0 0,0 0 0 0 0,-1 0 0 0 0,0 0 0 0 0,4-5 0 0 0,2-1 0 0 0,-2 0 0 0 0,-5 1 0 0 0,1 1 0 0 0,2 2 0 0 0,3 1 0 0 0,-2 1 0 0 0,-9-5 0 0 0,-6-6 0 0 0,-9-1 0 0 0,-3 1 0 0 0,0 3 0 0 0,-3 2 0 0 0,0 3 0 0 0,6 1 0 0 0,10 2 0 0 0,9 0 0 0 0,1 1 0 0 0,-1-1 0 0 0,2 1 0 0 0,3-1 0 0 0,3 0 0 0 0,-2 0 0 0 0,-9 0 0 0 0,-11 0 0 0 0,-1 0 0 0 0,5 0 0 0 0,2 0 0 0 0,-5 0 0 0 0,-3 0 0 0 0,4 0 0 0 0,7 0 0 0 0,-3 0 0 0 0,2 0 0 0 0,5 0 0 0 0,5 0 0 0 0,0 0 0 0 0,-9 0 0 0 0,0 0 0 0 0,3 0 0 0 0,0 0 0 0 0,-3 0 0 0 0,3 0 0 0 0,4 0 0 0 0,4 0 0 0 0,-2 0 0 0 0,7 0 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21"/>
    </inkml:context>
    <inkml:brush xml:id="br0">
      <inkml:brushProperty name="width" value="0.35" units="cm"/>
      <inkml:brushProperty name="height" value="0.35" units="cm"/>
      <inkml:brushProperty name="color" value="#FFFFFF"/>
    </inkml:brush>
  </inkml:definitions>
  <inkml:trace contextRef="#ctx0" brushRef="#br0">24005 3254 16383 0 0,'-4'0'0'0'0,"-3"5"0"0"0,1 11 0 0 0,1 13 0 0 0,2 5 0 0 0,1 3 0 0 0,0-1 0 0 0,2 4 0 0 0,0-1 0 0 0,0-2 0 0 0,0 2 0 0 0,1 0 0 0 0,4-3 0 0 0,6-6 0 0 0,2-5 0 0 0,-2 4 0 0 0,-3 1 0 0 0,-2 1 0 0 0,-3 0 0 0 0,3 3 0 0 0,6 2 0 0 0,0-1 0 0 0,4 9 0 0 0,3 10 0 0 0,3-4 0 0 0,-1-5 0 0 0,-6-1 0 0 0,-4-3 0 0 0,1-4 0 0 0,2-3 0 0 0,0 2 0 0 0,-4 0 0 0 0,-2-2 0 0 0,-3-1 0 0 0,-3-2 0 0 0,-11 3 0 0 0,-3 1 0 0 0,-1 0 0 0 0,3-2 0 0 0,2-2 0 0 0,3 4 0 0 0,3 0 0 0 0,0 0 0 0 0,2-2 0 0 0,1-2 0 0 0,-1 0 0 0 0,1 2 0 0 0,-1 7 0 0 0,1-9 0 0 0,-1-14 0 0 0,0-20 0 0 0,0-15 0 0 0,0-12 0 0 0,0-12 0 0 0,0-4 0 0 0,-10 2 0 0 0,-3 4 0 0 0,1-2 0 0 0,2-3 0 0 0,-1 2 0 0 0,0 2 0 0 0,3 5 0 0 0,2-2 0 0 0,2-4 0 0 0,2 0 0 0 0,2 3 0 0 0,0 3 0 0 0,0 3 0 0 0,10 7 0 0 0,8 8 0 0 0,11 11 0 0 0,0 13 0 0 0,0 19 0 0 0,0 10 0 0 0,-5 4 0 0 0,-7 5 0 0 0,-1-5 0 0 0,-3 0 0 0 0,-5-1 0 0 0,-2 2 0 0 0,-4 4 0 0 0,-1 0 0 0 0,-1-4 0 0 0,0-3 0 0 0,-1-3 0 0 0,0-3 0 0 0,1 3 0 0 0,-1 0 0 0 0,1 0 0 0 0,0-1 0 0 0,0-2 0 0 0,0-1 0 0 0,0 3 0 0 0,0 7 0 0 0,0 1 0 0 0,0-2 0 0 0,0-3 0 0 0,0 2 0 0 0,0 10 0 0 0,0 0 0 0 0,-5-2 0 0 0,-1 0 0 0 0,0-3 0 0 0,1-3 0 0 0,-4-5 0 0 0,1-3 0 0 0,-4-2 0 0 0,-5-6 0 0 0,-3-7 0 0 0,0-12 0 0 0,0-11 0 0 0,-2-9 0 0 0,3-12 0 0 0,5-6 0 0 0,4-3 0 0 0,4 1 0 0 0,4-4 0 0 0,1-4 0 0 0,1-1 0 0 0,1 4 0 0 0,0 3 0 0 0,0 12 0 0 0,0 21 0 0 0,-1 15 0 0 0,0 11 0 0 0,0 7 0 0 0,1 7 0 0 0,-1 8 0 0 0,-1 1 0 0 0,1-3 0 0 0,0-3 0 0 0,0-3 0 0 0,0 1 0 0 0,0-1 0 0 0,0 4 0 0 0,0-1 0 0 0,0 3 0 0 0,0 4 0 0 0,0-2 0 0 0,0-2 0 0 0,0 0 0 0 0,0-2 0 0 0,0-2 0 0 0,0-4 0 0 0,0-2 0 0 0,-4 2 0 0 0,-3 6 0 0 0,1 0 0 0 0,-4-1 0 0 0,-4-3 0 0 0,-11 2 0 0 0,-4 0 0 0 0,-3-7 0 0 0,-6-4 0 0 0,-10-7 0 0 0,-7-6 0 0 0,-4-6 0 0 0,4-4 0 0 0,6-3 0 0 0,-3-1 0 0 0,3-2 0 0 0,4 1 0 0 0,6 0 0 0 0,-1 0 0 0 0,-2 0 0 0 0,0 1 0 0 0,3 0 0 0 0,-1 0 0 0 0,0 0 0 0 0,-1 0 0 0 0,0 0 0 0 0,4-5 0 0 0,2-1 0 0 0,-2 0 0 0 0,-5 1 0 0 0,1 1 0 0 0,2 2 0 0 0,3 1 0 0 0,-2 1 0 0 0,-9-5 0 0 0,-6-6 0 0 0,-9-1 0 0 0,-3 1 0 0 0,0 3 0 0 0,-3 2 0 0 0,0 3 0 0 0,6 1 0 0 0,10 2 0 0 0,9 0 0 0 0,1 1 0 0 0,-1-1 0 0 0,2 1 0 0 0,3-1 0 0 0,3 0 0 0 0,-2 0 0 0 0,-9 0 0 0 0,-11 0 0 0 0,-1 0 0 0 0,5 0 0 0 0,2 0 0 0 0,-5 0 0 0 0,-3 0 0 0 0,4 0 0 0 0,7 0 0 0 0,-3 0 0 0 0,2 0 0 0 0,5 0 0 0 0,5 0 0 0 0,0 0 0 0 0,-9 0 0 0 0,0 0 0 0 0,3 0 0 0 0,0 0 0 0 0,-3 0 0 0 0,3 0 0 0 0,4 0 0 0 0,4 0 0 0 0,-2 0 0 0 0,7 0 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21"/>
    </inkml:context>
    <inkml:brush xml:id="br0">
      <inkml:brushProperty name="width" value="0.35" units="cm"/>
      <inkml:brushProperty name="height" value="0.35" units="cm"/>
      <inkml:brushProperty name="color" value="#FFFFFF"/>
    </inkml:brush>
  </inkml:definitions>
  <inkml:trace contextRef="#ctx0" brushRef="#br0">24005 3254 16383 0 0,'-4'0'0'0'0,"-3"5"0"0"0,1 11 0 0 0,1 13 0 0 0,2 5 0 0 0,1 3 0 0 0,0-1 0 0 0,2 4 0 0 0,0-1 0 0 0,0-2 0 0 0,0 2 0 0 0,1 0 0 0 0,4-3 0 0 0,6-6 0 0 0,2-5 0 0 0,-2 4 0 0 0,-3 1 0 0 0,-2 1 0 0 0,-3 0 0 0 0,3 3 0 0 0,6 2 0 0 0,0-1 0 0 0,4 9 0 0 0,3 10 0 0 0,3-4 0 0 0,-1-5 0 0 0,-6-1 0 0 0,-4-3 0 0 0,1-4 0 0 0,2-3 0 0 0,0 2 0 0 0,-4 0 0 0 0,-2-2 0 0 0,-3-1 0 0 0,-3-2 0 0 0,-11 3 0 0 0,-3 1 0 0 0,-1 0 0 0 0,3-2 0 0 0,2-2 0 0 0,3 4 0 0 0,3 0 0 0 0,0 0 0 0 0,2-2 0 0 0,1-2 0 0 0,-1 0 0 0 0,1 2 0 0 0,-1 7 0 0 0,1-9 0 0 0,-1-14 0 0 0,0-20 0 0 0,0-15 0 0 0,0-12 0 0 0,0-12 0 0 0,0-4 0 0 0,-10 2 0 0 0,-3 4 0 0 0,1-2 0 0 0,2-3 0 0 0,-1 2 0 0 0,0 2 0 0 0,3 5 0 0 0,2-2 0 0 0,2-4 0 0 0,2 0 0 0 0,2 3 0 0 0,0 3 0 0 0,0 3 0 0 0,10 7 0 0 0,8 8 0 0 0,11 11 0 0 0,0 13 0 0 0,0 19 0 0 0,0 10 0 0 0,-5 4 0 0 0,-7 5 0 0 0,-1-5 0 0 0,-3 0 0 0 0,-5-1 0 0 0,-2 2 0 0 0,-4 4 0 0 0,-1 0 0 0 0,-1-4 0 0 0,0-3 0 0 0,-1-3 0 0 0,0-3 0 0 0,1 3 0 0 0,-1 0 0 0 0,1 0 0 0 0,0-1 0 0 0,0-2 0 0 0,0-1 0 0 0,0 3 0 0 0,0 7 0 0 0,0 1 0 0 0,0-2 0 0 0,0-3 0 0 0,0 2 0 0 0,0 10 0 0 0,0 0 0 0 0,-5-2 0 0 0,-1 0 0 0 0,0-3 0 0 0,1-3 0 0 0,-4-5 0 0 0,1-3 0 0 0,-4-2 0 0 0,-5-6 0 0 0,-3-7 0 0 0,0-12 0 0 0,0-11 0 0 0,-2-9 0 0 0,3-12 0 0 0,5-6 0 0 0,4-3 0 0 0,4 1 0 0 0,4-4 0 0 0,1-4 0 0 0,1-1 0 0 0,1 4 0 0 0,0 3 0 0 0,0 12 0 0 0,0 21 0 0 0,-1 15 0 0 0,0 11 0 0 0,0 7 0 0 0,1 7 0 0 0,-1 8 0 0 0,-1 1 0 0 0,1-3 0 0 0,0-3 0 0 0,0-3 0 0 0,0 1 0 0 0,0-1 0 0 0,0 4 0 0 0,0-1 0 0 0,0 3 0 0 0,0 4 0 0 0,0-2 0 0 0,0-2 0 0 0,0 0 0 0 0,0-2 0 0 0,0-2 0 0 0,0-4 0 0 0,0-2 0 0 0,-4 2 0 0 0,-3 6 0 0 0,1 0 0 0 0,-4-1 0 0 0,-4-3 0 0 0,-11 2 0 0 0,-4 0 0 0 0,-3-7 0 0 0,-6-4 0 0 0,-10-7 0 0 0,-7-6 0 0 0,-4-6 0 0 0,4-4 0 0 0,6-3 0 0 0,-3-1 0 0 0,3-2 0 0 0,4 1 0 0 0,6 0 0 0 0,-1 0 0 0 0,-2 0 0 0 0,0 1 0 0 0,3 0 0 0 0,-1 0 0 0 0,0 0 0 0 0,-1 0 0 0 0,0 0 0 0 0,4-5 0 0 0,2-1 0 0 0,-2 0 0 0 0,-5 1 0 0 0,1 1 0 0 0,2 2 0 0 0,3 1 0 0 0,-2 1 0 0 0,-9-5 0 0 0,-6-6 0 0 0,-9-1 0 0 0,-3 1 0 0 0,0 3 0 0 0,-3 2 0 0 0,0 3 0 0 0,6 1 0 0 0,10 2 0 0 0,9 0 0 0 0,1 1 0 0 0,-1-1 0 0 0,2 1 0 0 0,3-1 0 0 0,3 0 0 0 0,-2 0 0 0 0,-9 0 0 0 0,-11 0 0 0 0,-1 0 0 0 0,5 0 0 0 0,2 0 0 0 0,-5 0 0 0 0,-3 0 0 0 0,4 0 0 0 0,7 0 0 0 0,-3 0 0 0 0,2 0 0 0 0,5 0 0 0 0,5 0 0 0 0,0 0 0 0 0,-9 0 0 0 0,0 0 0 0 0,3 0 0 0 0,0 0 0 0 0,-3 0 0 0 0,3 0 0 0 0,4 0 0 0 0,4 0 0 0 0,-2 0 0 0 0,7 0 0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21"/>
    </inkml:context>
    <inkml:brush xml:id="br0">
      <inkml:brushProperty name="width" value="0.35" units="cm"/>
      <inkml:brushProperty name="height" value="0.35" units="cm"/>
      <inkml:brushProperty name="color" value="#FFFFFF"/>
    </inkml:brush>
  </inkml:definitions>
  <inkml:trace contextRef="#ctx0" brushRef="#br0">24005 3254 16383 0 0,'-4'0'0'0'0,"-3"5"0"0"0,1 11 0 0 0,1 13 0 0 0,2 5 0 0 0,1 3 0 0 0,0-1 0 0 0,2 4 0 0 0,0-1 0 0 0,0-2 0 0 0,0 2 0 0 0,1 0 0 0 0,4-3 0 0 0,6-6 0 0 0,2-5 0 0 0,-2 4 0 0 0,-3 1 0 0 0,-2 1 0 0 0,-3 0 0 0 0,3 3 0 0 0,6 2 0 0 0,0-1 0 0 0,4 9 0 0 0,3 10 0 0 0,3-4 0 0 0,-1-5 0 0 0,-6-1 0 0 0,-4-3 0 0 0,1-4 0 0 0,2-3 0 0 0,0 2 0 0 0,-4 0 0 0 0,-2-2 0 0 0,-3-1 0 0 0,-3-2 0 0 0,-11 3 0 0 0,-3 1 0 0 0,-1 0 0 0 0,3-2 0 0 0,2-2 0 0 0,3 4 0 0 0,3 0 0 0 0,0 0 0 0 0,2-2 0 0 0,1-2 0 0 0,-1 0 0 0 0,1 2 0 0 0,-1 7 0 0 0,1-9 0 0 0,-1-14 0 0 0,0-20 0 0 0,0-15 0 0 0,0-12 0 0 0,0-12 0 0 0,0-4 0 0 0,-10 2 0 0 0,-3 4 0 0 0,1-2 0 0 0,2-3 0 0 0,-1 2 0 0 0,0 2 0 0 0,3 5 0 0 0,2-2 0 0 0,2-4 0 0 0,2 0 0 0 0,2 3 0 0 0,0 3 0 0 0,0 3 0 0 0,10 7 0 0 0,8 8 0 0 0,11 11 0 0 0,0 13 0 0 0,0 19 0 0 0,0 10 0 0 0,-5 4 0 0 0,-7 5 0 0 0,-1-5 0 0 0,-3 0 0 0 0,-5-1 0 0 0,-2 2 0 0 0,-4 4 0 0 0,-1 0 0 0 0,-1-4 0 0 0,0-3 0 0 0,-1-3 0 0 0,0-3 0 0 0,1 3 0 0 0,-1 0 0 0 0,1 0 0 0 0,0-1 0 0 0,0-2 0 0 0,0-1 0 0 0,0 3 0 0 0,0 7 0 0 0,0 1 0 0 0,0-2 0 0 0,0-3 0 0 0,0 2 0 0 0,0 10 0 0 0,0 0 0 0 0,-5-2 0 0 0,-1 0 0 0 0,0-3 0 0 0,1-3 0 0 0,-4-5 0 0 0,1-3 0 0 0,-4-2 0 0 0,-5-6 0 0 0,-3-7 0 0 0,0-12 0 0 0,0-11 0 0 0,-2-9 0 0 0,3-12 0 0 0,5-6 0 0 0,4-3 0 0 0,4 1 0 0 0,4-4 0 0 0,1-4 0 0 0,1-1 0 0 0,1 4 0 0 0,0 3 0 0 0,0 12 0 0 0,0 21 0 0 0,-1 15 0 0 0,0 11 0 0 0,0 7 0 0 0,1 7 0 0 0,-1 8 0 0 0,-1 1 0 0 0,1-3 0 0 0,0-3 0 0 0,0-3 0 0 0,0 1 0 0 0,0-1 0 0 0,0 4 0 0 0,0-1 0 0 0,0 3 0 0 0,0 4 0 0 0,0-2 0 0 0,0-2 0 0 0,0 0 0 0 0,0-2 0 0 0,0-2 0 0 0,0-4 0 0 0,0-2 0 0 0,-4 2 0 0 0,-3 6 0 0 0,1 0 0 0 0,-4-1 0 0 0,-4-3 0 0 0,-11 2 0 0 0,-4 0 0 0 0,-3-7 0 0 0,-6-4 0 0 0,-10-7 0 0 0,-7-6 0 0 0,-4-6 0 0 0,4-4 0 0 0,6-3 0 0 0,-3-1 0 0 0,3-2 0 0 0,4 1 0 0 0,6 0 0 0 0,-1 0 0 0 0,-2 0 0 0 0,0 1 0 0 0,3 0 0 0 0,-1 0 0 0 0,0 0 0 0 0,-1 0 0 0 0,0 0 0 0 0,4-5 0 0 0,2-1 0 0 0,-2 0 0 0 0,-5 1 0 0 0,1 1 0 0 0,2 2 0 0 0,3 1 0 0 0,-2 1 0 0 0,-9-5 0 0 0,-6-6 0 0 0,-9-1 0 0 0,-3 1 0 0 0,0 3 0 0 0,-3 2 0 0 0,0 3 0 0 0,6 1 0 0 0,10 2 0 0 0,9 0 0 0 0,1 1 0 0 0,-1-1 0 0 0,2 1 0 0 0,3-1 0 0 0,3 0 0 0 0,-2 0 0 0 0,-9 0 0 0 0,-11 0 0 0 0,-1 0 0 0 0,5 0 0 0 0,2 0 0 0 0,-5 0 0 0 0,-3 0 0 0 0,4 0 0 0 0,7 0 0 0 0,-3 0 0 0 0,2 0 0 0 0,5 0 0 0 0,5 0 0 0 0,0 0 0 0 0,-9 0 0 0 0,0 0 0 0 0,3 0 0 0 0,0 0 0 0 0,-3 0 0 0 0,3 0 0 0 0,4 0 0 0 0,4 0 0 0 0,-2 0 0 0 0,7 0 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21"/>
    </inkml:context>
    <inkml:brush xml:id="br0">
      <inkml:brushProperty name="width" value="0.35" units="cm"/>
      <inkml:brushProperty name="height" value="0.35" units="cm"/>
      <inkml:brushProperty name="color" value="#FFFFFF"/>
    </inkml:brush>
  </inkml:definitions>
  <inkml:trace contextRef="#ctx0" brushRef="#br0">24005 3254 16383 0 0,'-4'0'0'0'0,"-3"5"0"0"0,1 11 0 0 0,1 13 0 0 0,2 5 0 0 0,1 3 0 0 0,0-1 0 0 0,2 4 0 0 0,0-1 0 0 0,0-2 0 0 0,0 2 0 0 0,1 0 0 0 0,4-3 0 0 0,6-6 0 0 0,2-5 0 0 0,-2 4 0 0 0,-3 1 0 0 0,-2 1 0 0 0,-3 0 0 0 0,3 3 0 0 0,6 2 0 0 0,0-1 0 0 0,4 9 0 0 0,3 10 0 0 0,3-4 0 0 0,-1-5 0 0 0,-6-1 0 0 0,-4-3 0 0 0,1-4 0 0 0,2-3 0 0 0,0 2 0 0 0,-4 0 0 0 0,-2-2 0 0 0,-3-1 0 0 0,-3-2 0 0 0,-11 3 0 0 0,-3 1 0 0 0,-1 0 0 0 0,3-2 0 0 0,2-2 0 0 0,3 4 0 0 0,3 0 0 0 0,0 0 0 0 0,2-2 0 0 0,1-2 0 0 0,-1 0 0 0 0,1 2 0 0 0,-1 7 0 0 0,1-9 0 0 0,-1-14 0 0 0,0-20 0 0 0,0-15 0 0 0,0-12 0 0 0,0-12 0 0 0,0-4 0 0 0,-10 2 0 0 0,-3 4 0 0 0,1-2 0 0 0,2-3 0 0 0,-1 2 0 0 0,0 2 0 0 0,3 5 0 0 0,2-2 0 0 0,2-4 0 0 0,2 0 0 0 0,2 3 0 0 0,0 3 0 0 0,0 3 0 0 0,10 7 0 0 0,8 8 0 0 0,11 11 0 0 0,0 13 0 0 0,0 19 0 0 0,0 10 0 0 0,-5 4 0 0 0,-7 5 0 0 0,-1-5 0 0 0,-3 0 0 0 0,-5-1 0 0 0,-2 2 0 0 0,-4 4 0 0 0,-1 0 0 0 0,-1-4 0 0 0,0-3 0 0 0,-1-3 0 0 0,0-3 0 0 0,1 3 0 0 0,-1 0 0 0 0,1 0 0 0 0,0-1 0 0 0,0-2 0 0 0,0-1 0 0 0,0 3 0 0 0,0 7 0 0 0,0 1 0 0 0,0-2 0 0 0,0-3 0 0 0,0 2 0 0 0,0 10 0 0 0,0 0 0 0 0,-5-2 0 0 0,-1 0 0 0 0,0-3 0 0 0,1-3 0 0 0,-4-5 0 0 0,1-3 0 0 0,-4-2 0 0 0,-5-6 0 0 0,-3-7 0 0 0,0-12 0 0 0,0-11 0 0 0,-2-9 0 0 0,3-12 0 0 0,5-6 0 0 0,4-3 0 0 0,4 1 0 0 0,4-4 0 0 0,1-4 0 0 0,1-1 0 0 0,1 4 0 0 0,0 3 0 0 0,0 12 0 0 0,0 21 0 0 0,-1 15 0 0 0,0 11 0 0 0,0 7 0 0 0,1 7 0 0 0,-1 8 0 0 0,-1 1 0 0 0,1-3 0 0 0,0-3 0 0 0,0-3 0 0 0,0 1 0 0 0,0-1 0 0 0,0 4 0 0 0,0-1 0 0 0,0 3 0 0 0,0 4 0 0 0,0-2 0 0 0,0-2 0 0 0,0 0 0 0 0,0-2 0 0 0,0-2 0 0 0,0-4 0 0 0,0-2 0 0 0,-4 2 0 0 0,-3 6 0 0 0,1 0 0 0 0,-4-1 0 0 0,-4-3 0 0 0,-11 2 0 0 0,-4 0 0 0 0,-3-7 0 0 0,-6-4 0 0 0,-10-7 0 0 0,-7-6 0 0 0,-4-6 0 0 0,4-4 0 0 0,6-3 0 0 0,-3-1 0 0 0,3-2 0 0 0,4 1 0 0 0,6 0 0 0 0,-1 0 0 0 0,-2 0 0 0 0,0 1 0 0 0,3 0 0 0 0,-1 0 0 0 0,0 0 0 0 0,-1 0 0 0 0,0 0 0 0 0,4-5 0 0 0,2-1 0 0 0,-2 0 0 0 0,-5 1 0 0 0,1 1 0 0 0,2 2 0 0 0,3 1 0 0 0,-2 1 0 0 0,-9-5 0 0 0,-6-6 0 0 0,-9-1 0 0 0,-3 1 0 0 0,0 3 0 0 0,-3 2 0 0 0,0 3 0 0 0,6 1 0 0 0,10 2 0 0 0,9 0 0 0 0,1 1 0 0 0,-1-1 0 0 0,2 1 0 0 0,3-1 0 0 0,3 0 0 0 0,-2 0 0 0 0,-9 0 0 0 0,-11 0 0 0 0,-1 0 0 0 0,5 0 0 0 0,2 0 0 0 0,-5 0 0 0 0,-3 0 0 0 0,4 0 0 0 0,7 0 0 0 0,-3 0 0 0 0,2 0 0 0 0,5 0 0 0 0,5 0 0 0 0,0 0 0 0 0,-9 0 0 0 0,0 0 0 0 0,3 0 0 0 0,0 0 0 0 0,-3 0 0 0 0,3 0 0 0 0,4 0 0 0 0,4 0 0 0 0,-2 0 0 0 0,7 0 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21"/>
    </inkml:context>
    <inkml:brush xml:id="br0">
      <inkml:brushProperty name="width" value="0.35" units="cm"/>
      <inkml:brushProperty name="height" value="0.35" units="cm"/>
      <inkml:brushProperty name="color" value="#FFFFFF"/>
    </inkml:brush>
  </inkml:definitions>
  <inkml:trace contextRef="#ctx0" brushRef="#br0">24005 3254 16383 0 0,'-4'0'0'0'0,"-3"5"0"0"0,1 11 0 0 0,1 13 0 0 0,2 5 0 0 0,1 3 0 0 0,0-1 0 0 0,2 4 0 0 0,0-1 0 0 0,0-2 0 0 0,0 2 0 0 0,1 0 0 0 0,4-3 0 0 0,6-6 0 0 0,2-5 0 0 0,-2 4 0 0 0,-3 1 0 0 0,-2 1 0 0 0,-3 0 0 0 0,3 3 0 0 0,6 2 0 0 0,0-1 0 0 0,4 9 0 0 0,3 10 0 0 0,3-4 0 0 0,-1-5 0 0 0,-6-1 0 0 0,-4-3 0 0 0,1-4 0 0 0,2-3 0 0 0,0 2 0 0 0,-4 0 0 0 0,-2-2 0 0 0,-3-1 0 0 0,-3-2 0 0 0,-11 3 0 0 0,-3 1 0 0 0,-1 0 0 0 0,3-2 0 0 0,2-2 0 0 0,3 4 0 0 0,3 0 0 0 0,0 0 0 0 0,2-2 0 0 0,1-2 0 0 0,-1 0 0 0 0,1 2 0 0 0,-1 7 0 0 0,1-9 0 0 0,-1-14 0 0 0,0-20 0 0 0,0-15 0 0 0,0-12 0 0 0,0-12 0 0 0,0-4 0 0 0,-10 2 0 0 0,-3 4 0 0 0,1-2 0 0 0,2-3 0 0 0,-1 2 0 0 0,0 2 0 0 0,3 5 0 0 0,2-2 0 0 0,2-4 0 0 0,2 0 0 0 0,2 3 0 0 0,0 3 0 0 0,0 3 0 0 0,10 7 0 0 0,8 8 0 0 0,11 11 0 0 0,0 13 0 0 0,0 19 0 0 0,0 10 0 0 0,-5 4 0 0 0,-7 5 0 0 0,-1-5 0 0 0,-3 0 0 0 0,-5-1 0 0 0,-2 2 0 0 0,-4 4 0 0 0,-1 0 0 0 0,-1-4 0 0 0,0-3 0 0 0,-1-3 0 0 0,0-3 0 0 0,1 3 0 0 0,-1 0 0 0 0,1 0 0 0 0,0-1 0 0 0,0-2 0 0 0,0-1 0 0 0,0 3 0 0 0,0 7 0 0 0,0 1 0 0 0,0-2 0 0 0,0-3 0 0 0,0 2 0 0 0,0 10 0 0 0,0 0 0 0 0,-5-2 0 0 0,-1 0 0 0 0,0-3 0 0 0,1-3 0 0 0,-4-5 0 0 0,1-3 0 0 0,-4-2 0 0 0,-5-6 0 0 0,-3-7 0 0 0,0-12 0 0 0,0-11 0 0 0,-2-9 0 0 0,3-12 0 0 0,5-6 0 0 0,4-3 0 0 0,4 1 0 0 0,4-4 0 0 0,1-4 0 0 0,1-1 0 0 0,1 4 0 0 0,0 3 0 0 0,0 12 0 0 0,0 21 0 0 0,-1 15 0 0 0,0 11 0 0 0,0 7 0 0 0,1 7 0 0 0,-1 8 0 0 0,-1 1 0 0 0,1-3 0 0 0,0-3 0 0 0,0-3 0 0 0,0 1 0 0 0,0-1 0 0 0,0 4 0 0 0,0-1 0 0 0,0 3 0 0 0,0 4 0 0 0,0-2 0 0 0,0-2 0 0 0,0 0 0 0 0,0-2 0 0 0,0-2 0 0 0,0-4 0 0 0,0-2 0 0 0,-4 2 0 0 0,-3 6 0 0 0,1 0 0 0 0,-4-1 0 0 0,-4-3 0 0 0,-11 2 0 0 0,-4 0 0 0 0,-3-7 0 0 0,-6-4 0 0 0,-10-7 0 0 0,-7-6 0 0 0,-4-6 0 0 0,4-4 0 0 0,6-3 0 0 0,-3-1 0 0 0,3-2 0 0 0,4 1 0 0 0,6 0 0 0 0,-1 0 0 0 0,-2 0 0 0 0,0 1 0 0 0,3 0 0 0 0,-1 0 0 0 0,0 0 0 0 0,-1 0 0 0 0,0 0 0 0 0,4-5 0 0 0,2-1 0 0 0,-2 0 0 0 0,-5 1 0 0 0,1 1 0 0 0,2 2 0 0 0,3 1 0 0 0,-2 1 0 0 0,-9-5 0 0 0,-6-6 0 0 0,-9-1 0 0 0,-3 1 0 0 0,0 3 0 0 0,-3 2 0 0 0,0 3 0 0 0,6 1 0 0 0,10 2 0 0 0,9 0 0 0 0,1 1 0 0 0,-1-1 0 0 0,2 1 0 0 0,3-1 0 0 0,3 0 0 0 0,-2 0 0 0 0,-9 0 0 0 0,-11 0 0 0 0,-1 0 0 0 0,5 0 0 0 0,2 0 0 0 0,-5 0 0 0 0,-3 0 0 0 0,4 0 0 0 0,7 0 0 0 0,-3 0 0 0 0,2 0 0 0 0,5 0 0 0 0,5 0 0 0 0,0 0 0 0 0,-9 0 0 0 0,0 0 0 0 0,3 0 0 0 0,0 0 0 0 0,-3 0 0 0 0,3 0 0 0 0,4 0 0 0 0,4 0 0 0 0,-2 0 0 0 0,7 0 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21"/>
    </inkml:context>
    <inkml:brush xml:id="br0">
      <inkml:brushProperty name="width" value="0.35" units="cm"/>
      <inkml:brushProperty name="height" value="0.35" units="cm"/>
      <inkml:brushProperty name="color" value="#FFFFFF"/>
    </inkml:brush>
  </inkml:definitions>
  <inkml:trace contextRef="#ctx0" brushRef="#br0">24005 3254 16383 0 0,'-4'0'0'0'0,"-3"5"0"0"0,1 11 0 0 0,1 13 0 0 0,2 5 0 0 0,1 3 0 0 0,0-1 0 0 0,2 4 0 0 0,0-1 0 0 0,0-2 0 0 0,0 2 0 0 0,1 0 0 0 0,4-3 0 0 0,6-6 0 0 0,2-5 0 0 0,-2 4 0 0 0,-3 1 0 0 0,-2 1 0 0 0,-3 0 0 0 0,3 3 0 0 0,6 2 0 0 0,0-1 0 0 0,4 9 0 0 0,3 10 0 0 0,3-4 0 0 0,-1-5 0 0 0,-6-1 0 0 0,-4-3 0 0 0,1-4 0 0 0,2-3 0 0 0,0 2 0 0 0,-4 0 0 0 0,-2-2 0 0 0,-3-1 0 0 0,-3-2 0 0 0,-11 3 0 0 0,-3 1 0 0 0,-1 0 0 0 0,3-2 0 0 0,2-2 0 0 0,3 4 0 0 0,3 0 0 0 0,0 0 0 0 0,2-2 0 0 0,1-2 0 0 0,-1 0 0 0 0,1 2 0 0 0,-1 7 0 0 0,1-9 0 0 0,-1-14 0 0 0,0-20 0 0 0,0-15 0 0 0,0-12 0 0 0,0-12 0 0 0,0-4 0 0 0,-10 2 0 0 0,-3 4 0 0 0,1-2 0 0 0,2-3 0 0 0,-1 2 0 0 0,0 2 0 0 0,3 5 0 0 0,2-2 0 0 0,2-4 0 0 0,2 0 0 0 0,2 3 0 0 0,0 3 0 0 0,0 3 0 0 0,10 7 0 0 0,8 8 0 0 0,11 11 0 0 0,0 13 0 0 0,0 19 0 0 0,0 10 0 0 0,-5 4 0 0 0,-7 5 0 0 0,-1-5 0 0 0,-3 0 0 0 0,-5-1 0 0 0,-2 2 0 0 0,-4 4 0 0 0,-1 0 0 0 0,-1-4 0 0 0,0-3 0 0 0,-1-3 0 0 0,0-3 0 0 0,1 3 0 0 0,-1 0 0 0 0,1 0 0 0 0,0-1 0 0 0,0-2 0 0 0,0-1 0 0 0,0 3 0 0 0,0 7 0 0 0,0 1 0 0 0,0-2 0 0 0,0-3 0 0 0,0 2 0 0 0,0 10 0 0 0,0 0 0 0 0,-5-2 0 0 0,-1 0 0 0 0,0-3 0 0 0,1-3 0 0 0,-4-5 0 0 0,1-3 0 0 0,-4-2 0 0 0,-5-6 0 0 0,-3-7 0 0 0,0-12 0 0 0,0-11 0 0 0,-2-9 0 0 0,3-12 0 0 0,5-6 0 0 0,4-3 0 0 0,4 1 0 0 0,4-4 0 0 0,1-4 0 0 0,1-1 0 0 0,1 4 0 0 0,0 3 0 0 0,0 12 0 0 0,0 21 0 0 0,-1 15 0 0 0,0 11 0 0 0,0 7 0 0 0,1 7 0 0 0,-1 8 0 0 0,-1 1 0 0 0,1-3 0 0 0,0-3 0 0 0,0-3 0 0 0,0 1 0 0 0,0-1 0 0 0,0 4 0 0 0,0-1 0 0 0,0 3 0 0 0,0 4 0 0 0,0-2 0 0 0,0-2 0 0 0,0 0 0 0 0,0-2 0 0 0,0-2 0 0 0,0-4 0 0 0,0-2 0 0 0,-4 2 0 0 0,-3 6 0 0 0,1 0 0 0 0,-4-1 0 0 0,-4-3 0 0 0,-11 2 0 0 0,-4 0 0 0 0,-3-7 0 0 0,-6-4 0 0 0,-10-7 0 0 0,-7-6 0 0 0,-4-6 0 0 0,4-4 0 0 0,6-3 0 0 0,-3-1 0 0 0,3-2 0 0 0,4 1 0 0 0,6 0 0 0 0,-1 0 0 0 0,-2 0 0 0 0,0 1 0 0 0,3 0 0 0 0,-1 0 0 0 0,0 0 0 0 0,-1 0 0 0 0,0 0 0 0 0,4-5 0 0 0,2-1 0 0 0,-2 0 0 0 0,-5 1 0 0 0,1 1 0 0 0,2 2 0 0 0,3 1 0 0 0,-2 1 0 0 0,-9-5 0 0 0,-6-6 0 0 0,-9-1 0 0 0,-3 1 0 0 0,0 3 0 0 0,-3 2 0 0 0,0 3 0 0 0,6 1 0 0 0,10 2 0 0 0,9 0 0 0 0,1 1 0 0 0,-1-1 0 0 0,2 1 0 0 0,3-1 0 0 0,3 0 0 0 0,-2 0 0 0 0,-9 0 0 0 0,-11 0 0 0 0,-1 0 0 0 0,5 0 0 0 0,2 0 0 0 0,-5 0 0 0 0,-3 0 0 0 0,4 0 0 0 0,7 0 0 0 0,-3 0 0 0 0,2 0 0 0 0,5 0 0 0 0,5 0 0 0 0,0 0 0 0 0,-9 0 0 0 0,0 0 0 0 0,3 0 0 0 0,0 0 0 0 0,-3 0 0 0 0,3 0 0 0 0,4 0 0 0 0,4 0 0 0 0,-2 0 0 0 0,7 0 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21"/>
    </inkml:context>
    <inkml:brush xml:id="br0">
      <inkml:brushProperty name="width" value="0.35" units="cm"/>
      <inkml:brushProperty name="height" value="0.35" units="cm"/>
      <inkml:brushProperty name="color" value="#FFFFFF"/>
    </inkml:brush>
  </inkml:definitions>
  <inkml:trace contextRef="#ctx0" brushRef="#br0">24005 3254 16383 0 0,'-4'0'0'0'0,"-3"5"0"0"0,1 11 0 0 0,1 13 0 0 0,2 5 0 0 0,1 3 0 0 0,0-1 0 0 0,2 4 0 0 0,0-1 0 0 0,0-2 0 0 0,0 2 0 0 0,1 0 0 0 0,4-3 0 0 0,6-6 0 0 0,2-5 0 0 0,-2 4 0 0 0,-3 1 0 0 0,-2 1 0 0 0,-3 0 0 0 0,3 3 0 0 0,6 2 0 0 0,0-1 0 0 0,4 9 0 0 0,3 10 0 0 0,3-4 0 0 0,-1-5 0 0 0,-6-1 0 0 0,-4-3 0 0 0,1-4 0 0 0,2-3 0 0 0,0 2 0 0 0,-4 0 0 0 0,-2-2 0 0 0,-3-1 0 0 0,-3-2 0 0 0,-11 3 0 0 0,-3 1 0 0 0,-1 0 0 0 0,3-2 0 0 0,2-2 0 0 0,3 4 0 0 0,3 0 0 0 0,0 0 0 0 0,2-2 0 0 0,1-2 0 0 0,-1 0 0 0 0,1 2 0 0 0,-1 7 0 0 0,1-9 0 0 0,-1-14 0 0 0,0-20 0 0 0,0-15 0 0 0,0-12 0 0 0,0-12 0 0 0,0-4 0 0 0,-10 2 0 0 0,-3 4 0 0 0,1-2 0 0 0,2-3 0 0 0,-1 2 0 0 0,0 2 0 0 0,3 5 0 0 0,2-2 0 0 0,2-4 0 0 0,2 0 0 0 0,2 3 0 0 0,0 3 0 0 0,0 3 0 0 0,10 7 0 0 0,8 8 0 0 0,11 11 0 0 0,0 13 0 0 0,0 19 0 0 0,0 10 0 0 0,-5 4 0 0 0,-7 5 0 0 0,-1-5 0 0 0,-3 0 0 0 0,-5-1 0 0 0,-2 2 0 0 0,-4 4 0 0 0,-1 0 0 0 0,-1-4 0 0 0,0-3 0 0 0,-1-3 0 0 0,0-3 0 0 0,1 3 0 0 0,-1 0 0 0 0,1 0 0 0 0,0-1 0 0 0,0-2 0 0 0,0-1 0 0 0,0 3 0 0 0,0 7 0 0 0,0 1 0 0 0,0-2 0 0 0,0-3 0 0 0,0 2 0 0 0,0 10 0 0 0,0 0 0 0 0,-5-2 0 0 0,-1 0 0 0 0,0-3 0 0 0,1-3 0 0 0,-4-5 0 0 0,1-3 0 0 0,-4-2 0 0 0,-5-6 0 0 0,-3-7 0 0 0,0-12 0 0 0,0-11 0 0 0,-2-9 0 0 0,3-12 0 0 0,5-6 0 0 0,4-3 0 0 0,4 1 0 0 0,4-4 0 0 0,1-4 0 0 0,1-1 0 0 0,1 4 0 0 0,0 3 0 0 0,0 12 0 0 0,0 21 0 0 0,-1 15 0 0 0,0 11 0 0 0,0 7 0 0 0,1 7 0 0 0,-1 8 0 0 0,-1 1 0 0 0,1-3 0 0 0,0-3 0 0 0,0-3 0 0 0,0 1 0 0 0,0-1 0 0 0,0 4 0 0 0,0-1 0 0 0,0 3 0 0 0,0 4 0 0 0,0-2 0 0 0,0-2 0 0 0,0 0 0 0 0,0-2 0 0 0,0-2 0 0 0,0-4 0 0 0,0-2 0 0 0,-4 2 0 0 0,-3 6 0 0 0,1 0 0 0 0,-4-1 0 0 0,-4-3 0 0 0,-11 2 0 0 0,-4 0 0 0 0,-3-7 0 0 0,-6-4 0 0 0,-10-7 0 0 0,-7-6 0 0 0,-4-6 0 0 0,4-4 0 0 0,6-3 0 0 0,-3-1 0 0 0,3-2 0 0 0,4 1 0 0 0,6 0 0 0 0,-1 0 0 0 0,-2 0 0 0 0,0 1 0 0 0,3 0 0 0 0,-1 0 0 0 0,0 0 0 0 0,-1 0 0 0 0,0 0 0 0 0,4-5 0 0 0,2-1 0 0 0,-2 0 0 0 0,-5 1 0 0 0,1 1 0 0 0,2 2 0 0 0,3 1 0 0 0,-2 1 0 0 0,-9-5 0 0 0,-6-6 0 0 0,-9-1 0 0 0,-3 1 0 0 0,0 3 0 0 0,-3 2 0 0 0,0 3 0 0 0,6 1 0 0 0,10 2 0 0 0,9 0 0 0 0,1 1 0 0 0,-1-1 0 0 0,2 1 0 0 0,3-1 0 0 0,3 0 0 0 0,-2 0 0 0 0,-9 0 0 0 0,-11 0 0 0 0,-1 0 0 0 0,5 0 0 0 0,2 0 0 0 0,-5 0 0 0 0,-3 0 0 0 0,4 0 0 0 0,7 0 0 0 0,-3 0 0 0 0,2 0 0 0 0,5 0 0 0 0,5 0 0 0 0,0 0 0 0 0,-9 0 0 0 0,0 0 0 0 0,3 0 0 0 0,0 0 0 0 0,-3 0 0 0 0,3 0 0 0 0,4 0 0 0 0,4 0 0 0 0,-2 0 0 0 0,7 0 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3"/>
    </inkml:context>
    <inkml:brush xml:id="br0">
      <inkml:brushProperty name="width" value="0.35" units="cm"/>
      <inkml:brushProperty name="height" value="0.35" units="cm"/>
      <inkml:brushProperty name="color" value="#FFFFFF"/>
    </inkml:brush>
  </inkml:definitions>
  <inkml:trace contextRef="#ctx0" brushRef="#br0">28231 16669 16383 0 0,'0'0'0'0'0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4"/>
    </inkml:context>
    <inkml:brush xml:id="br0">
      <inkml:brushProperty name="width" value="0.35" units="cm"/>
      <inkml:brushProperty name="height" value="0.35" units="cm"/>
      <inkml:brushProperty name="color" value="#FFFFFF"/>
    </inkml:brush>
  </inkml:definitions>
  <inkml:trace contextRef="#ctx0" brushRef="#br0">33258 16060 16383 0 0,'0'0'0'0'0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5"/>
    </inkml:context>
    <inkml:brush xml:id="br0">
      <inkml:brushProperty name="width" value="0.35" units="cm"/>
      <inkml:brushProperty name="height" value="0.35" units="cm"/>
      <inkml:brushProperty name="color" value="#FFFFFF"/>
    </inkml:brush>
  </inkml:definitions>
  <inkml:trace contextRef="#ctx0" brushRef="#br0">32411 15743 16383 0 0,'0'0'0'0'0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6"/>
    </inkml:context>
    <inkml:brush xml:id="br0">
      <inkml:brushProperty name="width" value="0.35" units="cm"/>
      <inkml:brushProperty name="height" value="0.35" units="cm"/>
      <inkml:brushProperty name="color" value="#FFFFFF"/>
    </inkml:brush>
  </inkml:definitions>
  <inkml:trace contextRef="#ctx0" brushRef="#br0">31829 14817 16383 0 0,'0'0'0'0'0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7"/>
    </inkml:context>
    <inkml:brush xml:id="br0">
      <inkml:brushProperty name="width" value="0.35" units="cm"/>
      <inkml:brushProperty name="height" value="0.35" units="cm"/>
      <inkml:brushProperty name="color" value="#FFFFFF"/>
    </inkml:brush>
  </inkml:definitions>
  <inkml:trace contextRef="#ctx0" brushRef="#br0">32064 10599 16383 0 0,'0'0'0'0'0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8"/>
    </inkml:context>
    <inkml:brush xml:id="br0">
      <inkml:brushProperty name="width" value="0.35" units="cm"/>
      <inkml:brushProperty name="height" value="0.35" units="cm"/>
      <inkml:brushProperty name="color" value="#FFFFFF"/>
    </inkml:brush>
  </inkml:definitions>
  <inkml:trace contextRef="#ctx0" brushRef="#br0">9102 5001 16383 0 0,'4'0'0'0'0,"3"0"0"0"0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9"/>
    </inkml:context>
    <inkml:brush xml:id="br0">
      <inkml:brushProperty name="width" value="0.35" units="cm"/>
      <inkml:brushProperty name="height" value="0.35" units="cm"/>
      <inkml:brushProperty name="color" value="#FFFFFF"/>
    </inkml:brush>
  </inkml:definitions>
  <inkml:trace contextRef="#ctx0" brushRef="#br0">25204 2786 16383 0 0,'-4'-10'0'0'0,"-8"-8"0"0"0,-5 0 0 0 0,-10-8 0 0 0,0 6 0 0 0,4 12 0 0 0,2 15 0 0 0,-1 13 0 0 0,3 7 0 0 0,6 8 0 0 0,4 4 0 0 0,4 0 0 0 0,3-3 0 0 0,1-2 0 0 0,2-1 0 0 0,0 6 0 0 0,0 3 0 0 0,0-1 0 0 0,-1 1 0 0 0,1 4 0 0 0,-1-1 0 0 0,0-4 0 0 0,0-4 0 0 0,5-3 0 0 0,1-3 0 0 0,0 3 0 0 0,-1 1 0 0 0,-2-2 0 0 0,4 0 0 0 0,1-2 0 0 0,-1-2 0 0 0,-3 5 0 0 0,0 1 0 0 0,-2-1 0 0 0,-1-1 0 0 0,-1-1 0 0 0,0-2 0 0 0,-1 4 0 0 0,1 5 0 0 0,0 2 0 0 0,-1-2 0 0 0,1-3 0 0 0,0 3 0 0 0,0 3 0 0 0,0 0 0 0 0,0-2 0 0 0,0-4 0 0 0,0 3 0 0 0,0 3 0 0 0,0 0 0 0 0,0-3 0 0 0,0-3 0 0 0,0 2 0 0 0,0 4 0 0 0,0 0 0 0 0,0-3 0 0 0,0-2 0 0 0,0-4 0 0 0,0-2 0 0 0,0-2 0 0 0,0 4 0 0 0,0 2 0 0 0,0-2 0 0 0,0 0 0 0 0,0-2 0 0 0,0 4 0 0 0,0 5 0 0 0,0 6 0 0 0,0 0 0 0 0,0 1 0 0 0,0 3 0 0 0,0-3 0 0 0,-5 0 0 0 0,-1 3 0 0 0,0-4 0 0 0,1 1 0 0 0,-3-3 0 0 0,-1-4 0 0 0,-3 5 0 0 0,0 0 0 0 0,3-3 0 0 0,-3-3 0 0 0,-3-5 0 0 0,0-2 0 0 0,3 3 0 0 0,3 4 0 0 0,4 1 0 0 0,-3-6 0 0 0,-4-4 0 0 0,0-3 0 0 0,1-1 0 0 0,-1 0 0 0 0,-5-4 0 0 0,-7-7 0 0 0,-11-5 0 0 0,-3-4 0 0 0,-1-4 0 0 0,2-2 0 0 0,-2 0 0 0 0,-5-1 0 0 0,1-1 0 0 0,3 1 0 0 0,3 1 0 0 0,4-1 0 0 0,2 1 0 0 0,-3 0 0 0 0,-1 0 0 0 0,1 0 0 0 0,2 0 0 0 0,1 0 0 0 0,1 0 0 0 0,-4 0 0 0 0,-6 0 0 0 0,0 0 0 0 0,1 0 0 0 0,2 0 0 0 0,-1 0 0 0 0,0 0 0 0 0,2 0 0 0 0,3 0 0 0 0,1 0 0 0 0,2 0 0 0 0,-3 0 0 0 0,-7 0 0 0 0,0 0 0 0 0,-3 0 0 0 0,-5 0 0 0 0,-3 0 0 0 0,3 0 0 0 0,4 0 0 0 0,4 0 0 0 0,1 0 0 0 0,-9 0 0 0 0,-5 0 0 0 0,-3 0 0 0 0,3 0 0 0 0,5 0 0 0 0,7 0 0 0 0,0 0 0 0 0,-2 0 0 0 0,1 0 0 0 0,4 0 0 0 0,2 0 0 0 0,3 0 0 0 0,3 0 0 0 0,-9 0 0 0 0,-2 0 0 0 0,2 0 0 0 0,-4 0 0 0 0,2 0 0 0 0,3 0 0 0 0,3 0 0 0 0,3 0 0 0 0,1 0 0 0 0,-2 0 0 0 0,-7 0 0 0 0,0 0 0 0 0,2 0 0 0 0,1 0 0 0 0,4 0 0 0 0,2 0 0 0 0,-4 0 0 0 0,0 0 0 0 0,1 0 0 0 0,2 0 0 0 0,0 0 0 0 0,3 0 0 0 0,-5 0 0 0 0,-6 0 0 0 0,-1 0 0 0 0,3-5 0 0 0,1-6 0 0 0,4-6 0 0 0,6-10 0 0 0,9-10 0 0 0,1-3 0 0 0,0 0 0 0 0,3 2 0 0 0,3 3 0 0 0,4 2 0 0 0,-2 3 0 0 0,-4 1 0 0 0,0 0 0 0 0,2-3 0 0 0,4-7 0 0 0,2-1 0 0 0,2 1 0 0 0,2 2 0 0 0,1-1 0 0 0,0-5 0 0 0,1 1 0 0 0,-1 2 0 0 0,1 4 0 0 0,-1 3 0 0 0,0 1 0 0 0,0-2 0 0 0,0 0 0 0 0,0 0 0 0 0,0 1 0 0 0,0 2 0 0 0,-4 1 0 0 0,-8 1 0 0 0,0 1 0 0 0,1-5 0 0 0,-2-1 0 0 0,1 0 0 0 0,2 1 0 0 0,4-4 0 0 0,2-4 0 0 0,2-1 0 0 0,1 2 0 0 0,1 4 0 0 0,1 2 0 0 0,-1 3 0 0 0,6-8 0 0 0,0-3 0 0 0,6-2 0 0 0,4 0 0 0 0,0 3 0 0 0,7 14 0 0 0,-1 15 0 0 0,1 16 0 0 0,-3 11 0 0 0,-6 13 0 0 0,-5 6 0 0 0,2 8 0 0 0,-3 0 0 0 0,-1-1 0 0 0,-3 2 0 0 0,-1 2 0 0 0,-2 0 0 0 0,-1 1 0 0 0,5 2 0 0 0,1-2 0 0 0,9-14 0 0 0,2-16 0 0 0,-1-17 0 0 0,-4-13 0 0 0,-4-13 0 0 0,-4-12 0 0 0,-1-3 0 0 0,-3-1 0 0 0,0 3 0 0 0,-1-1 0 0 0,-4-9 0 0 0,-2 0 0 0 0,0 4 0 0 0,2 0 0 0 0,1-2 0 0 0,2 2 0 0 0,-4 9 0 0 0,-1 7 0 0 0,1 3 0 0 0,1 1 0 0 0,2 0 0 0 0,1-4 0 0 0,1-8 0 0 0,1-1 0 0 0,-5 1 0 0 0,-5 6 0 0 0,-3 5 0 0 0,3-4 0 0 0,1-5 0 0 0,4-2 0 0 0,2 1 0 0 0,1 2 0 0 0,2 2 0 0 0,0 2 0 0 0,0-3 0 0 0,1-6 0 0 0,-1-1 0 0 0,-4 3 0 0 0,-7 6 0 0 0,-1 5 0 0 0,1-3 0 0 0,2-6 0 0 0,4-1 0 0 0,1 0 0 0 0,3 2 0 0 0,0-3 0 0 0,1-4 0 0 0,1 0 0 0 0,-1 2 0 0 0,1 3 0 0 0,-1 4 0 0 0,0 2 0 0 0,1-3 0 0 0,3-11 0 0 0,3-2 0 0 0,-1 3 0 0 0,4 8 0 0 0,4 10 0 0 0,6 5 0 0 0,3 6 0 0 0,3 6 0 0 0,2 4 0 0 0,1 3 0 0 0,5 1 0 0 0,1 2 0 0 0,0 0 0 0 0,-1 1 0 0 0,-2-2 0 0 0,-1 1 0 0 0,3 0 0 0 0,6-1 0 0 0,1 0 0 0 0,-2 0 0 0 0,-3 0 0 0 0,-3 0 0 0 0,-1 0 0 0 0,2 0 0 0 0,1 0 0 0 0,-1 0 0 0 0,-1 0 0 0 0,3 0 0 0 0,-5 0 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0"/>
    </inkml:context>
    <inkml:brush xml:id="br0">
      <inkml:brushProperty name="width" value="0.35" units="cm"/>
      <inkml:brushProperty name="height" value="0.35" units="cm"/>
      <inkml:brushProperty name="color" value="#FFFFFF"/>
    </inkml:brush>
  </inkml:definitions>
  <inkml:trace contextRef="#ctx0" brushRef="#br0">25310 5662 16383 0 0,'0'5'0'0'0,"-10"12"0"0"0,-14 3 0 0 0,-7-2 0 0 0,-9-4 0 0 0,-8-4 0 0 0,5 1 0 0 0,-1-2 0 0 0,2-1 0 0 0,-2-3 0 0 0,-4-2 0 0 0,-3-2 0 0 0,6 5 0 0 0,6 0 0 0 0,0 0 0 0 0,-4-1 0 0 0,0-2 0 0 0,3-1 0 0 0,3-1 0 0 0,-3-1 0 0 0,1 5 0 0 0,2 2 0 0 0,2-1 0 0 0,2-1 0 0 0,1-2 0 0 0,-3 0 0 0 0,-2-2 0 0 0,1-1 0 0 0,1 0 0 0 0,2 0 0 0 0,2 0 0 0 0,-5-1 0 0 0,-6 1 0 0 0,-1 0 0 0 0,2 0 0 0 0,2 0 0 0 0,-1 0 0 0 0,-5 0 0 0 0,0 0 0 0 0,3 0 0 0 0,4 0 0 0 0,-2 0 0 0 0,-5 0 0 0 0,1 0 0 0 0,2 0 0 0 0,4 0 0 0 0,-2 0 0 0 0,-5 0 0 0 0,1 0 0 0 0,3 0 0 0 0,2 0 0 0 0,4 0 0 0 0,3 0 0 0 0,-9 0 0 0 0,-3 0 0 0 0,2 0 0 0 0,-3 0 0 0 0,-3 0 0 0 0,-9 0 0 0 0,-10 0 0 0 0,-4 0 0 0 0,-5 0 0 0 0,5 0 0 0 0,11 0 0 0 0,9 0 0 0 0,3 0 0 0 0,6 0 0 0 0,4 0 0 0 0,4 0 0 0 0,2 0 0 0 0,-8 0 0 0 0,-3 0 0 0 0,1 0 0 0 0,-7-5 0 0 0,4-7 0 0 0,5-1 0 0 0,4 1 0 0 0,-2 3 0 0 0,-4 3 0 0 0,-1-2 0 0 0,2-1 0 0 0,-1-3 0 0 0,5 1 0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1"/>
    </inkml:context>
    <inkml:brush xml:id="br0">
      <inkml:brushProperty name="width" value="0.35" units="cm"/>
      <inkml:brushProperty name="height" value="0.35" units="cm"/>
      <inkml:brushProperty name="color" value="#FFFFFF"/>
    </inkml:brush>
  </inkml:definitions>
  <inkml:trace contextRef="#ctx0" brushRef="#br0">24711 5405 16383 0 0,'0'-8'0'0'0,"0"-7"0"0"0,0-5 0 0 0,0-4 0 0 0,0-1 0 0 0,0 0 0 0 0,105-5 0 0 0,53-1 0 0 0,-13 0 0 0 0,79 2 0 0 0,0 1 0 0 0,-26 2 0 0 0,52-7 0 0 0,105 1 0 0 0,-12 3 0 0 0,-67 2 0 0 0,-78-3 0 0 0,-67-8 0 0 0,-65-3 0 0 0,-39 3 0 0 0,-27-2 0 0 0,0 3 0 0 0,-27 3 0 0 0,14 3 0 0 0,0 4 0 0 0,13 1 0 0 0,-13-3 0 0 0,13-4 0 0 0,0-2 0 0 0,0 3 0 0 0,0 1 0 0 0,0-3 0 0 0,0-1 0 0 0,0-2 0 0 0,0 3 0 0 0,0 3 0 0 0,0-2 0 0 0,0-3 0 0 0,0 0 0 0 0,0 2 0 0 0,0 3 0 0 0,0-1 0 0 0,0-5 0 0 0,0 1 0 0 0,0 2 0 0 0,0 3 0 0 0,0 3 0 0 0,0 1 0 0 0,0-2 0 0 0,0-4 0 0 0,0-2 0 0 0,0 1 0 0 0,0 3 0 0 0,0-1 0 0 0,0-5 0 0 0,0 2 0 0 0,0 0 0 0 0,0 4 0 0 0,0-2 0 0 0,0-3 0 0 0,0 0 0 0 0,0 3 0 0 0,0 1 0 0 0,0-1 0 0 0,0-2 0 0 0,0-1 0 0 0,0-2 0 0 0,0-3 0 0 0,0 2 0 0 0,0 2 0 0 0,0 5 0 0 0,0-1 0 0 0,0-3 0 0 0,0 0 0 0 0,0 2 0 0 0,0 3 0 0 0,0-1 0 0 0,0 4 0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3"/>
    </inkml:context>
    <inkml:brush xml:id="br0">
      <inkml:brushProperty name="width" value="0.35" units="cm"/>
      <inkml:brushProperty name="height" value="0.35" units="cm"/>
      <inkml:brushProperty name="color" value="#FFFFFF"/>
    </inkml:brush>
  </inkml:definitions>
  <inkml:trace contextRef="#ctx0" brushRef="#br0">28231 16669 16383 0 0,'0'0'0'0'0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4"/>
    </inkml:context>
    <inkml:brush xml:id="br0">
      <inkml:brushProperty name="width" value="0.35" units="cm"/>
      <inkml:brushProperty name="height" value="0.35" units="cm"/>
      <inkml:brushProperty name="color" value="#FFFFFF"/>
    </inkml:brush>
  </inkml:definitions>
  <inkml:trace contextRef="#ctx0" brushRef="#br0">33258 16060 16383 0 0,'0'0'0'0'0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5"/>
    </inkml:context>
    <inkml:brush xml:id="br0">
      <inkml:brushProperty name="width" value="0.35" units="cm"/>
      <inkml:brushProperty name="height" value="0.35" units="cm"/>
      <inkml:brushProperty name="color" value="#FFFFFF"/>
    </inkml:brush>
  </inkml:definitions>
  <inkml:trace contextRef="#ctx0" brushRef="#br0">32411 15743 16383 0 0,'0'0'0'0'0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6"/>
    </inkml:context>
    <inkml:brush xml:id="br0">
      <inkml:brushProperty name="width" value="0.35" units="cm"/>
      <inkml:brushProperty name="height" value="0.35" units="cm"/>
      <inkml:brushProperty name="color" value="#FFFFFF"/>
    </inkml:brush>
  </inkml:definitions>
  <inkml:trace contextRef="#ctx0" brushRef="#br0">31829 14817 16383 0 0,'0'0'0'0'0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7"/>
    </inkml:context>
    <inkml:brush xml:id="br0">
      <inkml:brushProperty name="width" value="0.35" units="cm"/>
      <inkml:brushProperty name="height" value="0.35" units="cm"/>
      <inkml:brushProperty name="color" value="#FFFFFF"/>
    </inkml:brush>
  </inkml:definitions>
  <inkml:trace contextRef="#ctx0" brushRef="#br0">32064 10599 16383 0 0,'0'0'0'0'0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8"/>
    </inkml:context>
    <inkml:brush xml:id="br0">
      <inkml:brushProperty name="width" value="0.35" units="cm"/>
      <inkml:brushProperty name="height" value="0.35" units="cm"/>
      <inkml:brushProperty name="color" value="#FFFFFF"/>
    </inkml:brush>
  </inkml:definitions>
  <inkml:trace contextRef="#ctx0" brushRef="#br0">9102 5001 16383 0 0,'4'0'0'0'0,"3"0"0"0"0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09"/>
    </inkml:context>
    <inkml:brush xml:id="br0">
      <inkml:brushProperty name="width" value="0.35" units="cm"/>
      <inkml:brushProperty name="height" value="0.35" units="cm"/>
      <inkml:brushProperty name="color" value="#FFFFFF"/>
    </inkml:brush>
  </inkml:definitions>
  <inkml:trace contextRef="#ctx0" brushRef="#br0">25204 2786 16383 0 0,'-4'-10'0'0'0,"-8"-8"0"0"0,-5 0 0 0 0,-10-8 0 0 0,0 6 0 0 0,4 12 0 0 0,2 15 0 0 0,-1 13 0 0 0,3 7 0 0 0,6 8 0 0 0,4 4 0 0 0,4 0 0 0 0,3-3 0 0 0,1-2 0 0 0,2-1 0 0 0,0 6 0 0 0,0 3 0 0 0,0-1 0 0 0,-1 1 0 0 0,1 4 0 0 0,-1-1 0 0 0,0-4 0 0 0,0-4 0 0 0,5-3 0 0 0,1-3 0 0 0,0 3 0 0 0,-1 1 0 0 0,-2-2 0 0 0,4 0 0 0 0,1-2 0 0 0,-1-2 0 0 0,-3 5 0 0 0,0 1 0 0 0,-2-1 0 0 0,-1-1 0 0 0,-1-1 0 0 0,0-2 0 0 0,-1 4 0 0 0,1 5 0 0 0,0 2 0 0 0,-1-2 0 0 0,1-3 0 0 0,0 3 0 0 0,0 3 0 0 0,0 0 0 0 0,0-2 0 0 0,0-4 0 0 0,0 3 0 0 0,0 3 0 0 0,0 0 0 0 0,0-3 0 0 0,0-3 0 0 0,0 2 0 0 0,0 4 0 0 0,0 0 0 0 0,0-3 0 0 0,0-2 0 0 0,0-4 0 0 0,0-2 0 0 0,0-2 0 0 0,0 4 0 0 0,0 2 0 0 0,0-2 0 0 0,0 0 0 0 0,0-2 0 0 0,0 4 0 0 0,0 5 0 0 0,0 6 0 0 0,0 0 0 0 0,0 1 0 0 0,0 3 0 0 0,0-3 0 0 0,-5 0 0 0 0,-1 3 0 0 0,0-4 0 0 0,1 1 0 0 0,-3-3 0 0 0,-1-4 0 0 0,-3 5 0 0 0,0 0 0 0 0,3-3 0 0 0,-3-3 0 0 0,-3-5 0 0 0,0-2 0 0 0,3 3 0 0 0,3 4 0 0 0,4 1 0 0 0,-3-6 0 0 0,-4-4 0 0 0,0-3 0 0 0,1-1 0 0 0,-1 0 0 0 0,-5-4 0 0 0,-7-7 0 0 0,-11-5 0 0 0,-3-4 0 0 0,-1-4 0 0 0,2-2 0 0 0,-2 0 0 0 0,-5-1 0 0 0,1-1 0 0 0,3 1 0 0 0,3 1 0 0 0,4-1 0 0 0,2 1 0 0 0,-3 0 0 0 0,-1 0 0 0 0,1 0 0 0 0,2 0 0 0 0,1 0 0 0 0,1 0 0 0 0,-4 0 0 0 0,-6 0 0 0 0,0 0 0 0 0,1 0 0 0 0,2 0 0 0 0,-1 0 0 0 0,0 0 0 0 0,2 0 0 0 0,3 0 0 0 0,1 0 0 0 0,2 0 0 0 0,-3 0 0 0 0,-7 0 0 0 0,0 0 0 0 0,-3 0 0 0 0,-5 0 0 0 0,-3 0 0 0 0,3 0 0 0 0,4 0 0 0 0,4 0 0 0 0,1 0 0 0 0,-9 0 0 0 0,-5 0 0 0 0,-3 0 0 0 0,3 0 0 0 0,5 0 0 0 0,7 0 0 0 0,0 0 0 0 0,-2 0 0 0 0,1 0 0 0 0,4 0 0 0 0,2 0 0 0 0,3 0 0 0 0,3 0 0 0 0,-9 0 0 0 0,-2 0 0 0 0,2 0 0 0 0,-4 0 0 0 0,2 0 0 0 0,3 0 0 0 0,3 0 0 0 0,3 0 0 0 0,1 0 0 0 0,-2 0 0 0 0,-7 0 0 0 0,0 0 0 0 0,2 0 0 0 0,1 0 0 0 0,4 0 0 0 0,2 0 0 0 0,-4 0 0 0 0,0 0 0 0 0,1 0 0 0 0,2 0 0 0 0,0 0 0 0 0,3 0 0 0 0,-5 0 0 0 0,-6 0 0 0 0,-1 0 0 0 0,3-5 0 0 0,1-6 0 0 0,4-6 0 0 0,6-10 0 0 0,9-10 0 0 0,1-3 0 0 0,0 0 0 0 0,3 2 0 0 0,3 3 0 0 0,4 2 0 0 0,-2 3 0 0 0,-4 1 0 0 0,0 0 0 0 0,2-3 0 0 0,4-7 0 0 0,2-1 0 0 0,2 1 0 0 0,2 2 0 0 0,1-1 0 0 0,0-5 0 0 0,1 1 0 0 0,-1 2 0 0 0,1 4 0 0 0,-1 3 0 0 0,0 1 0 0 0,0-2 0 0 0,0 0 0 0 0,0 0 0 0 0,0 1 0 0 0,0 2 0 0 0,-4 1 0 0 0,-8 1 0 0 0,0 1 0 0 0,1-5 0 0 0,-2-1 0 0 0,1 0 0 0 0,2 1 0 0 0,4-4 0 0 0,2-4 0 0 0,2-1 0 0 0,1 2 0 0 0,1 4 0 0 0,1 2 0 0 0,-1 3 0 0 0,6-8 0 0 0,0-3 0 0 0,6-2 0 0 0,4 0 0 0 0,0 3 0 0 0,7 14 0 0 0,-1 15 0 0 0,1 16 0 0 0,-3 11 0 0 0,-6 13 0 0 0,-5 6 0 0 0,2 8 0 0 0,-3 0 0 0 0,-1-1 0 0 0,-3 2 0 0 0,-1 2 0 0 0,-2 0 0 0 0,-1 1 0 0 0,5 2 0 0 0,1-2 0 0 0,9-14 0 0 0,2-16 0 0 0,-1-17 0 0 0,-4-13 0 0 0,-4-13 0 0 0,-4-12 0 0 0,-1-3 0 0 0,-3-1 0 0 0,0 3 0 0 0,-1-1 0 0 0,-4-9 0 0 0,-2 0 0 0 0,0 4 0 0 0,2 0 0 0 0,1-2 0 0 0,2 2 0 0 0,-4 9 0 0 0,-1 7 0 0 0,1 3 0 0 0,1 1 0 0 0,2 0 0 0 0,1-4 0 0 0,1-8 0 0 0,1-1 0 0 0,-5 1 0 0 0,-5 6 0 0 0,-3 5 0 0 0,3-4 0 0 0,1-5 0 0 0,4-2 0 0 0,2 1 0 0 0,1 2 0 0 0,2 2 0 0 0,0 2 0 0 0,0-3 0 0 0,1-6 0 0 0,-1-1 0 0 0,-4 3 0 0 0,-7 6 0 0 0,-1 5 0 0 0,1-3 0 0 0,2-6 0 0 0,4-1 0 0 0,1 0 0 0 0,3 2 0 0 0,0-3 0 0 0,1-4 0 0 0,1 0 0 0 0,-1 2 0 0 0,1 3 0 0 0,-1 4 0 0 0,0 2 0 0 0,1-3 0 0 0,3-11 0 0 0,3-2 0 0 0,-1 3 0 0 0,4 8 0 0 0,4 10 0 0 0,6 5 0 0 0,3 6 0 0 0,3 6 0 0 0,2 4 0 0 0,1 3 0 0 0,5 1 0 0 0,1 2 0 0 0,0 0 0 0 0,-1 1 0 0 0,-2-2 0 0 0,-1 1 0 0 0,3 0 0 0 0,6-1 0 0 0,1 0 0 0 0,-2 0 0 0 0,-3 0 0 0 0,-3 0 0 0 0,-1 0 0 0 0,2 0 0 0 0,1 0 0 0 0,-1 0 0 0 0,-1 0 0 0 0,3 0 0 0 0,-5 0 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0"/>
    </inkml:context>
    <inkml:brush xml:id="br0">
      <inkml:brushProperty name="width" value="0.35" units="cm"/>
      <inkml:brushProperty name="height" value="0.35" units="cm"/>
      <inkml:brushProperty name="color" value="#FFFFFF"/>
    </inkml:brush>
  </inkml:definitions>
  <inkml:trace contextRef="#ctx0" brushRef="#br0">25310 5662 16383 0 0,'0'5'0'0'0,"-10"12"0"0"0,-14 3 0 0 0,-7-2 0 0 0,-9-4 0 0 0,-8-4 0 0 0,5 1 0 0 0,-1-2 0 0 0,2-1 0 0 0,-2-3 0 0 0,-4-2 0 0 0,-3-2 0 0 0,6 5 0 0 0,6 0 0 0 0,0 0 0 0 0,-4-1 0 0 0,0-2 0 0 0,3-1 0 0 0,3-1 0 0 0,-3-1 0 0 0,1 5 0 0 0,2 2 0 0 0,2-1 0 0 0,2-1 0 0 0,1-2 0 0 0,-3 0 0 0 0,-2-2 0 0 0,1-1 0 0 0,1 0 0 0 0,2 0 0 0 0,2 0 0 0 0,-5-1 0 0 0,-6 1 0 0 0,-1 0 0 0 0,2 0 0 0 0,2 0 0 0 0,-1 0 0 0 0,-5 0 0 0 0,0 0 0 0 0,3 0 0 0 0,4 0 0 0 0,-2 0 0 0 0,-5 0 0 0 0,1 0 0 0 0,2 0 0 0 0,4 0 0 0 0,-2 0 0 0 0,-5 0 0 0 0,1 0 0 0 0,3 0 0 0 0,2 0 0 0 0,4 0 0 0 0,3 0 0 0 0,-9 0 0 0 0,-3 0 0 0 0,2 0 0 0 0,-3 0 0 0 0,-3 0 0 0 0,-9 0 0 0 0,-10 0 0 0 0,-4 0 0 0 0,-5 0 0 0 0,5 0 0 0 0,11 0 0 0 0,9 0 0 0 0,3 0 0 0 0,6 0 0 0 0,4 0 0 0 0,4 0 0 0 0,2 0 0 0 0,-8 0 0 0 0,-3 0 0 0 0,1 0 0 0 0,-7-5 0 0 0,4-7 0 0 0,5-1 0 0 0,4 1 0 0 0,-2 3 0 0 0,-4 3 0 0 0,-1-2 0 0 0,2-1 0 0 0,-1-3 0 0 0,5 1 0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5.011"/>
    </inkml:context>
    <inkml:brush xml:id="br0">
      <inkml:brushProperty name="width" value="0.35" units="cm"/>
      <inkml:brushProperty name="height" value="0.35" units="cm"/>
      <inkml:brushProperty name="color" value="#FFFFFF"/>
    </inkml:brush>
  </inkml:definitions>
  <inkml:trace contextRef="#ctx0" brushRef="#br0">24711 5405 16383 0 0,'0'-8'0'0'0,"0"-7"0"0"0,0-5 0 0 0,0-4 0 0 0,0-1 0 0 0,0 0 0 0 0,105-5 0 0 0,53-1 0 0 0,-13 0 0 0 0,79 2 0 0 0,0 1 0 0 0,-26 2 0 0 0,52-7 0 0 0,105 1 0 0 0,-12 3 0 0 0,-67 2 0 0 0,-78-3 0 0 0,-67-8 0 0 0,-65-3 0 0 0,-39 3 0 0 0,-27-2 0 0 0,0 3 0 0 0,-27 3 0 0 0,14 3 0 0 0,0 4 0 0 0,13 1 0 0 0,-13-3 0 0 0,13-4 0 0 0,0-2 0 0 0,0 3 0 0 0,0 1 0 0 0,0-3 0 0 0,0-1 0 0 0,0-2 0 0 0,0 3 0 0 0,0 3 0 0 0,0-2 0 0 0,0-3 0 0 0,0 0 0 0 0,0 2 0 0 0,0 3 0 0 0,0-1 0 0 0,0-5 0 0 0,0 1 0 0 0,0 2 0 0 0,0 3 0 0 0,0 3 0 0 0,0 1 0 0 0,0-2 0 0 0,0-4 0 0 0,0-2 0 0 0,0 1 0 0 0,0 3 0 0 0,0-1 0 0 0,0-5 0 0 0,0 2 0 0 0,0 0 0 0 0,0 4 0 0 0,0-2 0 0 0,0-3 0 0 0,0 0 0 0 0,0 3 0 0 0,0 1 0 0 0,0-1 0 0 0,0-2 0 0 0,0-1 0 0 0,0-2 0 0 0,0-3 0 0 0,0 2 0 0 0,0 2 0 0 0,0 5 0 0 0,0-1 0 0 0,0-3 0 0 0,0 0 0 0 0,0 2 0 0 0,0 3 0 0 0,0-1 0 0 0,0 4 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4T20:42:29.504"/>
    </inkml:context>
    <inkml:brush xml:id="br0">
      <inkml:brushProperty name="width" value="0.35" units="cm"/>
      <inkml:brushProperty name="height" value="0.35" units="cm"/>
      <inkml:brushProperty name="color" value="#FFFFFF"/>
    </inkml:brush>
  </inkml:definitions>
  <inkml:trace contextRef="#ctx0" brushRef="#br0">22304 11218 16383 0 0,'0'0'0'0'0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F2FFB779-270B-4192-84BA-A697F48306DC}" type="datetimeFigureOut">
              <a:rPr lang="ru-RU" smtClean="0"/>
              <a:t>24.09.2025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61079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24.09.2025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703711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F2FFB779-270B-4192-84BA-A697F48306DC}" type="datetimeFigureOut">
              <a:rPr lang="ru-RU" smtClean="0"/>
              <a:t>24.09.2025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4076369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F2FFB779-270B-4192-84BA-A697F48306DC}" type="datetimeFigureOut">
              <a:rPr lang="ru-RU" smtClean="0"/>
              <a:t>24.09.2025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625762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F2FFB779-270B-4192-84BA-A697F48306DC}" type="datetimeFigureOut">
              <a:rPr lang="ru-RU" smtClean="0"/>
              <a:t>24.09.2025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88002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F2FFB779-270B-4192-84BA-A697F48306DC}" type="datetimeFigureOut">
              <a:rPr lang="ru-RU" smtClean="0"/>
              <a:t>24.09.2025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295335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2FFB779-270B-4192-84BA-A697F48306DC}" type="datetimeFigureOut">
              <a:rPr lang="ru-RU" smtClean="0"/>
              <a:t>24.09.2025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988754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2FFB779-270B-4192-84BA-A697F48306DC}" type="datetimeFigureOut">
              <a:rPr lang="ru-RU" smtClean="0"/>
              <a:t>24.09.2025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3665695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2FFB779-270B-4192-84BA-A697F48306DC}" type="datetimeFigureOut">
              <a:rPr lang="ru-RU" smtClean="0"/>
              <a:t>24.09.2025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134169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24.09.2025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06572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24.09.2025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812261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FFB779-270B-4192-84BA-A697F48306DC}" type="datetimeFigureOut">
              <a:rPr lang="ru-RU" smtClean="0"/>
              <a:t>24.09.2025</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5DC19C-03DA-4066-9FF7-D0BF1BC6D6F6}" type="slidenum">
              <a:rPr lang="ru-RU" smtClean="0"/>
              <a:t>‹#›</a:t>
            </a:fld>
            <a:endParaRPr lang="ru-RU"/>
          </a:p>
        </p:txBody>
      </p:sp>
    </p:spTree>
    <p:extLst>
      <p:ext uri="{BB962C8B-B14F-4D97-AF65-F5344CB8AC3E}">
        <p14:creationId xmlns:p14="http://schemas.microsoft.com/office/powerpoint/2010/main" val="3154979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10.xml"/><Relationship Id="rId1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customXml" Target="../ink/ink7.xml"/><Relationship Id="rId12" Type="http://schemas.openxmlformats.org/officeDocument/2006/relationships/image" Target="../media/image9.png"/><Relationship Id="rId17" Type="http://schemas.openxmlformats.org/officeDocument/2006/relationships/customXml" Target="../ink/ink11.xml"/><Relationship Id="rId2" Type="http://schemas.openxmlformats.org/officeDocument/2006/relationships/customXml" Target="../ink/ink3.xml"/><Relationship Id="rId16"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customXml" Target="../ink/ink6.xml"/><Relationship Id="rId11" Type="http://schemas.openxmlformats.org/officeDocument/2006/relationships/customXml" Target="../ink/ink9.xml"/><Relationship Id="rId5" Type="http://schemas.openxmlformats.org/officeDocument/2006/relationships/customXml" Target="../ink/ink5.xml"/><Relationship Id="rId10" Type="http://schemas.openxmlformats.org/officeDocument/2006/relationships/image" Target="../media/image8.png"/><Relationship Id="rId4" Type="http://schemas.openxmlformats.org/officeDocument/2006/relationships/customXml" Target="../ink/ink4.xml"/><Relationship Id="rId9" Type="http://schemas.openxmlformats.org/officeDocument/2006/relationships/customXml" Target="../ink/ink8.xml"/></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7" Type="http://schemas.openxmlformats.org/officeDocument/2006/relationships/image" Target="../media/image17.png"/><Relationship Id="rId2" Type="http://schemas.openxmlformats.org/officeDocument/2006/relationships/customXml" Target="../ink/ink12.xml"/><Relationship Id="rId1" Type="http://schemas.openxmlformats.org/officeDocument/2006/relationships/slideLayout" Target="../slideLayouts/slideLayout2.xml"/><Relationship Id="rId6" Type="http://schemas.openxmlformats.org/officeDocument/2006/relationships/customXml" Target="../ink/ink13.xml"/><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2"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14.jpeg"/><Relationship Id="rId7" Type="http://schemas.openxmlformats.org/officeDocument/2006/relationships/customXml" Target="../ink/ink17.xml"/><Relationship Id="rId12" Type="http://schemas.openxmlformats.org/officeDocument/2006/relationships/customXml" Target="../ink/ink20.xml"/><Relationship Id="rId2" Type="http://schemas.openxmlformats.org/officeDocument/2006/relationships/customXml" Target="../ink/ink15.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customXml" Target="../ink/ink19.xml"/><Relationship Id="rId5" Type="http://schemas.openxmlformats.org/officeDocument/2006/relationships/customXml" Target="../ink/ink16.xml"/><Relationship Id="rId10" Type="http://schemas.openxmlformats.org/officeDocument/2006/relationships/image" Target="../media/image6.png"/><Relationship Id="rId4" Type="http://schemas.openxmlformats.org/officeDocument/2006/relationships/image" Target="../media/image22.png"/><Relationship Id="rId9" Type="http://schemas.openxmlformats.org/officeDocument/2006/relationships/customXml" Target="../ink/ink18.xml"/></Relationships>
</file>

<file path=ppt/slides/_rels/slide7.xml.rels><?xml version="1.0" encoding="UTF-8" standalone="yes"?>
<Relationships xmlns="http://schemas.openxmlformats.org/package/2006/relationships"><Relationship Id="rId2" Type="http://schemas.openxmlformats.org/officeDocument/2006/relationships/customXml" Target="../ink/ink21.xml"/><Relationship Id="rId1" Type="http://schemas.openxmlformats.org/officeDocument/2006/relationships/slideLayout" Target="../slideLayouts/slideLayout2.xml"/><Relationship Id="rId5"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23.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2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2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2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27.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2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2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customXml" Target="../ink/ink37.xml"/><Relationship Id="rId3" Type="http://schemas.openxmlformats.org/officeDocument/2006/relationships/image" Target="../media/image21.png"/><Relationship Id="rId7" Type="http://schemas.openxmlformats.org/officeDocument/2006/relationships/customXml" Target="../ink/ink34.xml"/><Relationship Id="rId12" Type="http://schemas.openxmlformats.org/officeDocument/2006/relationships/image" Target="../media/image9.png"/><Relationship Id="rId2" Type="http://schemas.openxmlformats.org/officeDocument/2006/relationships/customXml" Target="../ink/ink30.xml"/><Relationship Id="rId16"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customXml" Target="../ink/ink33.xml"/><Relationship Id="rId11" Type="http://schemas.openxmlformats.org/officeDocument/2006/relationships/customXml" Target="../ink/ink36.xml"/><Relationship Id="rId5" Type="http://schemas.openxmlformats.org/officeDocument/2006/relationships/customXml" Target="../ink/ink32.xml"/><Relationship Id="rId15" Type="http://schemas.openxmlformats.org/officeDocument/2006/relationships/customXml" Target="../ink/ink38.xml"/><Relationship Id="rId10" Type="http://schemas.openxmlformats.org/officeDocument/2006/relationships/image" Target="../media/image26.png"/><Relationship Id="rId4" Type="http://schemas.openxmlformats.org/officeDocument/2006/relationships/customXml" Target="../ink/ink31.xml"/><Relationship Id="rId9" Type="http://schemas.openxmlformats.org/officeDocument/2006/relationships/customXml" Target="../ink/ink35.xml"/><Relationship Id="rId14" Type="http://schemas.openxmlformats.org/officeDocument/2006/relationships/image" Target="../media/image27.png"/></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customXml" Target="../ink/ink46.xml"/><Relationship Id="rId3" Type="http://schemas.openxmlformats.org/officeDocument/2006/relationships/image" Target="../media/image21.png"/><Relationship Id="rId7" Type="http://schemas.openxmlformats.org/officeDocument/2006/relationships/customXml" Target="../ink/ink43.xml"/><Relationship Id="rId12" Type="http://schemas.openxmlformats.org/officeDocument/2006/relationships/image" Target="../media/image9.png"/><Relationship Id="rId2" Type="http://schemas.openxmlformats.org/officeDocument/2006/relationships/customXml" Target="../ink/ink39.xml"/><Relationship Id="rId16"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customXml" Target="../ink/ink42.xml"/><Relationship Id="rId11" Type="http://schemas.openxmlformats.org/officeDocument/2006/relationships/customXml" Target="../ink/ink45.xml"/><Relationship Id="rId5" Type="http://schemas.openxmlformats.org/officeDocument/2006/relationships/customXml" Target="../ink/ink41.xml"/><Relationship Id="rId15" Type="http://schemas.openxmlformats.org/officeDocument/2006/relationships/customXml" Target="../ink/ink47.xml"/><Relationship Id="rId10" Type="http://schemas.openxmlformats.org/officeDocument/2006/relationships/image" Target="../media/image26.png"/><Relationship Id="rId4" Type="http://schemas.openxmlformats.org/officeDocument/2006/relationships/customXml" Target="../ink/ink40.xml"/><Relationship Id="rId9" Type="http://schemas.openxmlformats.org/officeDocument/2006/relationships/customXml" Target="../ink/ink44.xml"/><Relationship Id="rId14"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customXml" Target="../ink/ink48.xml"/><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B38E6E0-48F1-6707-E044-FD6D79EE1E82}"/>
              </a:ext>
            </a:extLst>
          </p:cNvPr>
          <p:cNvSpPr>
            <a:spLocks noGrp="1"/>
          </p:cNvSpPr>
          <p:nvPr>
            <p:ph type="ctrTitle"/>
          </p:nvPr>
        </p:nvSpPr>
        <p:spPr/>
        <p:txBody>
          <a:bodyPr/>
          <a:lstStyle/>
          <a:p>
            <a:r>
              <a:rPr lang="ru-RU" sz="4000" b="1" dirty="0">
                <a:latin typeface="Calibri"/>
                <a:ea typeface="Roboto"/>
                <a:cs typeface="Roboto"/>
              </a:rPr>
              <a:t>Регистры, шифраторы и дешифраторы в цифровой технике</a:t>
            </a:r>
            <a:endParaRPr lang="ru-RU" sz="4000" dirty="0">
              <a:latin typeface="Calibri"/>
              <a:ea typeface="Roboto"/>
              <a:cs typeface="Roboto"/>
            </a:endParaRPr>
          </a:p>
          <a:p>
            <a:endParaRPr lang="ru-RU" b="1" i="1" dirty="0">
              <a:latin typeface="Calibri"/>
              <a:ea typeface="Calibri"/>
              <a:cs typeface="Calibri"/>
            </a:endParaRPr>
          </a:p>
        </p:txBody>
      </p:sp>
      <p:sp>
        <p:nvSpPr>
          <p:cNvPr id="3" name="Объект 2">
            <a:extLst>
              <a:ext uri="{FF2B5EF4-FFF2-40B4-BE49-F238E27FC236}">
                <a16:creationId xmlns:a16="http://schemas.microsoft.com/office/drawing/2014/main" id="{5B030FE5-C978-F8F3-CEF8-639D31F94BCE}"/>
              </a:ext>
            </a:extLst>
          </p:cNvPr>
          <p:cNvSpPr>
            <a:spLocks noGrp="1"/>
          </p:cNvSpPr>
          <p:nvPr>
            <p:ph type="subTitle" idx="1"/>
          </p:nvPr>
        </p:nvSpPr>
        <p:spPr>
          <a:xfrm>
            <a:off x="6096000" y="5267148"/>
            <a:ext cx="4572000" cy="1063095"/>
          </a:xfrm>
        </p:spPr>
        <p:txBody>
          <a:bodyPr vert="horz" lIns="91440" tIns="45720" rIns="91440" bIns="45720" rtlCol="0" anchor="t">
            <a:normAutofit fontScale="85000" lnSpcReduction="20000"/>
          </a:bodyPr>
          <a:lstStyle/>
          <a:p>
            <a:r>
              <a:rPr lang="ru-RU" dirty="0">
                <a:latin typeface="Calibri"/>
                <a:ea typeface="Calibri"/>
                <a:cs typeface="Calibri"/>
              </a:rPr>
              <a:t>Выполнила: студентка МФЮА</a:t>
            </a:r>
            <a:br>
              <a:rPr lang="ru-RU" dirty="0">
                <a:latin typeface="Calibri"/>
                <a:ea typeface="Calibri"/>
                <a:cs typeface="Calibri"/>
              </a:rPr>
            </a:br>
            <a:r>
              <a:rPr lang="ru-RU" dirty="0">
                <a:latin typeface="Calibri"/>
                <a:ea typeface="Calibri"/>
                <a:cs typeface="Calibri"/>
              </a:rPr>
              <a:t>2 курса 28ИПо8481</a:t>
            </a:r>
            <a:br>
              <a:rPr lang="ru-RU" dirty="0">
                <a:latin typeface="Calibri"/>
                <a:ea typeface="Calibri"/>
                <a:cs typeface="Calibri"/>
              </a:rPr>
            </a:br>
            <a:r>
              <a:rPr lang="ru-RU" dirty="0">
                <a:latin typeface="Calibri"/>
                <a:ea typeface="Calibri"/>
                <a:cs typeface="Calibri"/>
              </a:rPr>
              <a:t>Винокурова М.А.</a:t>
            </a:r>
            <a:br>
              <a:rPr lang="ru-RU" dirty="0">
                <a:latin typeface="Calibri"/>
                <a:ea typeface="Calibri"/>
                <a:cs typeface="Calibri"/>
              </a:rPr>
            </a:br>
            <a:endParaRPr lang="ru-RU" dirty="0">
              <a:latin typeface="Calibri"/>
              <a:ea typeface="Calibri"/>
              <a:cs typeface="Calibri"/>
            </a:endParaRPr>
          </a:p>
        </p:txBody>
      </p:sp>
      <p:pic>
        <p:nvPicPr>
          <p:cNvPr id="8" name="Рисунок 7" descr="Изображение выглядит как графическая вставка, смайлик, эмотикон, желтый&#10;&#10;Автоматически созданное описание">
            <a:extLst>
              <a:ext uri="{FF2B5EF4-FFF2-40B4-BE49-F238E27FC236}">
                <a16:creationId xmlns:a16="http://schemas.microsoft.com/office/drawing/2014/main" id="{A7BEE195-EDF8-8AFE-897E-1648C51D9D05}"/>
              </a:ext>
            </a:extLst>
          </p:cNvPr>
          <p:cNvPicPr>
            <a:picLocks noChangeAspect="1"/>
          </p:cNvPicPr>
          <p:nvPr/>
        </p:nvPicPr>
        <p:blipFill>
          <a:blip r:embed="rId2"/>
          <a:stretch>
            <a:fillRect/>
          </a:stretch>
        </p:blipFill>
        <p:spPr>
          <a:xfrm>
            <a:off x="2045970" y="3224530"/>
            <a:ext cx="2247900" cy="2247900"/>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Рукописный ввод 9">
                <a:extLst>
                  <a:ext uri="{FF2B5EF4-FFF2-40B4-BE49-F238E27FC236}">
                    <a16:creationId xmlns:a16="http://schemas.microsoft.com/office/drawing/2014/main" id="{C98C3B3C-4176-4BF6-F18A-4AB0CA4AFA53}"/>
                  </a:ext>
                </a:extLst>
              </p14:cNvPr>
              <p14:cNvContentPartPr/>
              <p14:nvPr/>
            </p14:nvContentPartPr>
            <p14:xfrm>
              <a:off x="1897775" y="3165821"/>
              <a:ext cx="2410487" cy="2470220"/>
            </p14:xfrm>
          </p:contentPart>
        </mc:Choice>
        <mc:Fallback xmlns="">
          <p:pic>
            <p:nvPicPr>
              <p:cNvPr id="10" name="Рукописный ввод 9">
                <a:extLst>
                  <a:ext uri="{FF2B5EF4-FFF2-40B4-BE49-F238E27FC236}">
                    <a16:creationId xmlns:a16="http://schemas.microsoft.com/office/drawing/2014/main" id="{C98C3B3C-4176-4BF6-F18A-4AB0CA4AFA53}"/>
                  </a:ext>
                </a:extLst>
              </p:cNvPr>
              <p:cNvPicPr/>
              <p:nvPr/>
            </p:nvPicPr>
            <p:blipFill>
              <a:blip r:embed="rId4"/>
              <a:stretch>
                <a:fillRect/>
              </a:stretch>
            </p:blipFill>
            <p:spPr>
              <a:xfrm>
                <a:off x="1834786" y="3102833"/>
                <a:ext cx="2536104" cy="2595837"/>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Рукописный ввод 10">
                <a:extLst>
                  <a:ext uri="{FF2B5EF4-FFF2-40B4-BE49-F238E27FC236}">
                    <a16:creationId xmlns:a16="http://schemas.microsoft.com/office/drawing/2014/main" id="{D17CBBF3-4926-B71B-5BC5-D60C08B2E359}"/>
                  </a:ext>
                </a:extLst>
              </p14:cNvPr>
              <p14:cNvContentPartPr/>
              <p14:nvPr/>
            </p14:nvContentPartPr>
            <p14:xfrm>
              <a:off x="1838960" y="5454230"/>
              <a:ext cx="2401638" cy="103289"/>
            </p14:xfrm>
          </p:contentPart>
        </mc:Choice>
        <mc:Fallback xmlns="">
          <p:pic>
            <p:nvPicPr>
              <p:cNvPr id="11" name="Рукописный ввод 10">
                <a:extLst>
                  <a:ext uri="{FF2B5EF4-FFF2-40B4-BE49-F238E27FC236}">
                    <a16:creationId xmlns:a16="http://schemas.microsoft.com/office/drawing/2014/main" id="{D17CBBF3-4926-B71B-5BC5-D60C08B2E359}"/>
                  </a:ext>
                </a:extLst>
              </p:cNvPr>
              <p:cNvPicPr/>
              <p:nvPr/>
            </p:nvPicPr>
            <p:blipFill>
              <a:blip r:embed="rId6"/>
              <a:stretch>
                <a:fillRect/>
              </a:stretch>
            </p:blipFill>
            <p:spPr>
              <a:xfrm>
                <a:off x="1776327" y="5391826"/>
                <a:ext cx="2527263" cy="228455"/>
              </a:xfrm>
              <a:prstGeom prst="rect">
                <a:avLst/>
              </a:prstGeom>
            </p:spPr>
          </p:pic>
        </mc:Fallback>
      </mc:AlternateContent>
      <p:pic>
        <p:nvPicPr>
          <p:cNvPr id="12" name="Рисунок 11" descr="Изображение выглядит как зарисовка, графическая вставка, мультфильм, черно-белый&#10;&#10;Автоматически созданное описание">
            <a:extLst>
              <a:ext uri="{FF2B5EF4-FFF2-40B4-BE49-F238E27FC236}">
                <a16:creationId xmlns:a16="http://schemas.microsoft.com/office/drawing/2014/main" id="{A6EF70E2-132E-28C6-223F-18E62416A2DB}"/>
              </a:ext>
            </a:extLst>
          </p:cNvPr>
          <p:cNvPicPr>
            <a:picLocks noChangeAspect="1"/>
          </p:cNvPicPr>
          <p:nvPr/>
        </p:nvPicPr>
        <p:blipFill>
          <a:blip r:embed="rId7"/>
          <a:stretch>
            <a:fillRect/>
          </a:stretch>
        </p:blipFill>
        <p:spPr>
          <a:xfrm>
            <a:off x="7997507" y="4878705"/>
            <a:ext cx="758825" cy="575310"/>
          </a:xfrm>
          <a:prstGeom prst="rect">
            <a:avLst/>
          </a:prstGeom>
        </p:spPr>
      </p:pic>
    </p:spTree>
    <p:extLst>
      <p:ext uri="{BB962C8B-B14F-4D97-AF65-F5344CB8AC3E}">
        <p14:creationId xmlns:p14="http://schemas.microsoft.com/office/powerpoint/2010/main" val="3561532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D0A69E-E60C-D109-795F-2EF1F168D90A}"/>
              </a:ext>
            </a:extLst>
          </p:cNvPr>
          <p:cNvSpPr>
            <a:spLocks noGrp="1"/>
          </p:cNvSpPr>
          <p:nvPr>
            <p:ph type="title"/>
          </p:nvPr>
        </p:nvSpPr>
        <p:spPr>
          <a:xfrm>
            <a:off x="840969" y="1"/>
            <a:ext cx="5334197" cy="1708242"/>
          </a:xfrm>
        </p:spPr>
        <p:txBody>
          <a:bodyPr anchor="ctr">
            <a:normAutofit/>
          </a:bodyPr>
          <a:lstStyle/>
          <a:p>
            <a:r>
              <a:rPr lang="ru-RU" sz="4000" b="1" dirty="0">
                <a:solidFill>
                  <a:srgbClr val="222222"/>
                </a:solidFill>
                <a:latin typeface="Arial"/>
                <a:ea typeface="Calibri"/>
                <a:cs typeface="Arial"/>
              </a:rPr>
              <a:t>Что такое регистр ?</a:t>
            </a:r>
            <a:endParaRPr lang="ru-RU" sz="4000" b="1" dirty="0"/>
          </a:p>
        </p:txBody>
      </p:sp>
      <p:sp>
        <p:nvSpPr>
          <p:cNvPr id="6" name="Объект 5">
            <a:extLst>
              <a:ext uri="{FF2B5EF4-FFF2-40B4-BE49-F238E27FC236}">
                <a16:creationId xmlns:a16="http://schemas.microsoft.com/office/drawing/2014/main" id="{16F2A5F4-0478-E185-1A6D-2AE15E034B37}"/>
              </a:ext>
            </a:extLst>
          </p:cNvPr>
          <p:cNvSpPr>
            <a:spLocks noGrp="1"/>
          </p:cNvSpPr>
          <p:nvPr>
            <p:ph idx="1"/>
          </p:nvPr>
        </p:nvSpPr>
        <p:spPr>
          <a:xfrm>
            <a:off x="838200" y="1825625"/>
            <a:ext cx="6161315" cy="4351338"/>
          </a:xfrm>
        </p:spPr>
        <p:txBody>
          <a:bodyPr vert="horz" lIns="91440" tIns="45720" rIns="91440" bIns="45720" rtlCol="0" anchor="t">
            <a:normAutofit fontScale="92500" lnSpcReduction="10000"/>
          </a:bodyPr>
          <a:lstStyle/>
          <a:p>
            <a:pPr marL="0" indent="0">
              <a:buNone/>
            </a:pPr>
            <a:r>
              <a:rPr lang="ru-RU" b="1" i="1">
                <a:ea typeface="+mn-lt"/>
                <a:cs typeface="+mn-lt"/>
              </a:rPr>
              <a:t>Регистр</a:t>
            </a:r>
            <a:r>
              <a:rPr lang="ru-RU">
                <a:ea typeface="+mn-lt"/>
                <a:cs typeface="+mn-lt"/>
              </a:rPr>
              <a:t> — это устройство хранения данных в цифровых схемах, которое представляет собой набор элементов памяти, способных сохранять и передавать двоичные значения. Обычно он состоит из нескольких триггеров (чаще всего D-триггеров), которые могут хранить одно или несколько двоичных значений (битов). Регистры играют ключевую роль в различных электронных устройствах, начиная от простых систем управления до сложных вычислительных машин. </a:t>
            </a:r>
            <a:endParaRPr lang="ru-RU"/>
          </a:p>
        </p:txBody>
      </p:sp>
      <p:pic>
        <p:nvPicPr>
          <p:cNvPr id="7" name="Рисунок 6" descr="Изображение выглядит как диаграмма, План, Технический чертеж, схематичный&#10;&#10;Содержимое, созданное искусственным интеллектом, может быть неверным.">
            <a:extLst>
              <a:ext uri="{FF2B5EF4-FFF2-40B4-BE49-F238E27FC236}">
                <a16:creationId xmlns:a16="http://schemas.microsoft.com/office/drawing/2014/main" id="{DFB0FBE3-2D59-92FA-B0B7-B1F654488357}"/>
              </a:ext>
            </a:extLst>
          </p:cNvPr>
          <p:cNvPicPr>
            <a:picLocks noChangeAspect="1"/>
          </p:cNvPicPr>
          <p:nvPr/>
        </p:nvPicPr>
        <p:blipFill>
          <a:blip r:embed="rId2"/>
          <a:stretch>
            <a:fillRect/>
          </a:stretch>
        </p:blipFill>
        <p:spPr>
          <a:xfrm>
            <a:off x="6909433" y="1421458"/>
            <a:ext cx="5183606" cy="4471737"/>
          </a:xfrm>
          <a:prstGeom prst="rect">
            <a:avLst/>
          </a:prstGeom>
        </p:spPr>
      </p:pic>
    </p:spTree>
    <p:extLst>
      <p:ext uri="{BB962C8B-B14F-4D97-AF65-F5344CB8AC3E}">
        <p14:creationId xmlns:p14="http://schemas.microsoft.com/office/powerpoint/2010/main" val="3615171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0346DA2E-2D51-B9C3-0FE4-F4958A623C19}"/>
              </a:ext>
            </a:extLst>
          </p:cNvPr>
          <p:cNvSpPr>
            <a:spLocks noGrp="1"/>
          </p:cNvSpPr>
          <p:nvPr>
            <p:ph idx="1"/>
          </p:nvPr>
        </p:nvSpPr>
        <p:spPr>
          <a:xfrm>
            <a:off x="838200" y="1825625"/>
            <a:ext cx="6553200" cy="4351338"/>
          </a:xfrm>
        </p:spPr>
        <p:txBody>
          <a:bodyPr vert="horz" lIns="91440" tIns="45720" rIns="91440" bIns="45720" rtlCol="0" anchor="t">
            <a:normAutofit/>
          </a:bodyPr>
          <a:lstStyle/>
          <a:p>
            <a:pPr>
              <a:buNone/>
            </a:pPr>
            <a:endParaRPr lang="ru-RU" sz="1500" dirty="0">
              <a:solidFill>
                <a:srgbClr val="191919"/>
              </a:solidFill>
              <a:latin typeface="PT Serif"/>
              <a:ea typeface="Roboto"/>
              <a:cs typeface="Roboto"/>
            </a:endParaRPr>
          </a:p>
          <a:p>
            <a:pPr marL="0" indent="0">
              <a:buNone/>
            </a:pPr>
            <a:endParaRPr lang="ru-RU" sz="2000" dirty="0">
              <a:latin typeface="Roboto"/>
              <a:ea typeface="Roboto"/>
              <a:cs typeface="Roboto"/>
            </a:endParaRPr>
          </a:p>
        </p:txBody>
      </p:sp>
      <mc:AlternateContent xmlns:mc="http://schemas.openxmlformats.org/markup-compatibility/2006" xmlns:p14="http://schemas.microsoft.com/office/powerpoint/2010/main">
        <mc:Choice Requires="p14">
          <p:contentPart p14:bwMode="auto" r:id="rId2">
            <p14:nvContentPartPr>
              <p14:cNvPr id="5" name="Рукописный ввод 4">
                <a:extLst>
                  <a:ext uri="{FF2B5EF4-FFF2-40B4-BE49-F238E27FC236}">
                    <a16:creationId xmlns:a16="http://schemas.microsoft.com/office/drawing/2014/main" id="{E4809B32-B417-CA13-3A06-B602D4B55D48}"/>
                  </a:ext>
                </a:extLst>
              </p14:cNvPr>
              <p14:cNvContentPartPr/>
              <p14:nvPr/>
            </p14:nvContentPartPr>
            <p14:xfrm>
              <a:off x="8646160" y="5740400"/>
              <a:ext cx="10160" cy="10160"/>
            </p14:xfrm>
          </p:contentPart>
        </mc:Choice>
        <mc:Fallback xmlns="">
          <p:pic>
            <p:nvPicPr>
              <p:cNvPr id="5" name="Рукописный ввод 4">
                <a:extLst>
                  <a:ext uri="{FF2B5EF4-FFF2-40B4-BE49-F238E27FC236}">
                    <a16:creationId xmlns:a16="http://schemas.microsoft.com/office/drawing/2014/main" id="{E4809B32-B417-CA13-3A06-B602D4B55D48}"/>
                  </a:ext>
                </a:extLst>
              </p:cNvPr>
              <p:cNvPicPr/>
              <p:nvPr/>
            </p:nvPicPr>
            <p:blipFill>
              <a:blip r:embed="rId3"/>
              <a:stretch>
                <a:fillRect/>
              </a:stretch>
            </p:blipFill>
            <p:spPr>
              <a:xfrm>
                <a:off x="6868160" y="3972560"/>
                <a:ext cx="3556000" cy="355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Рукописный ввод 5">
                <a:extLst>
                  <a:ext uri="{FF2B5EF4-FFF2-40B4-BE49-F238E27FC236}">
                    <a16:creationId xmlns:a16="http://schemas.microsoft.com/office/drawing/2014/main" id="{0E05DC75-2910-BEBE-883A-EA52ED0D3DC0}"/>
                  </a:ext>
                </a:extLst>
              </p14:cNvPr>
              <p14:cNvContentPartPr/>
              <p14:nvPr/>
            </p14:nvContentPartPr>
            <p14:xfrm>
              <a:off x="10576560" y="5506720"/>
              <a:ext cx="10160" cy="10160"/>
            </p14:xfrm>
          </p:contentPart>
        </mc:Choice>
        <mc:Fallback xmlns="">
          <p:pic>
            <p:nvPicPr>
              <p:cNvPr id="6" name="Рукописный ввод 5">
                <a:extLst>
                  <a:ext uri="{FF2B5EF4-FFF2-40B4-BE49-F238E27FC236}">
                    <a16:creationId xmlns:a16="http://schemas.microsoft.com/office/drawing/2014/main" id="{0E05DC75-2910-BEBE-883A-EA52ED0D3DC0}"/>
                  </a:ext>
                </a:extLst>
              </p:cNvPr>
              <p:cNvPicPr/>
              <p:nvPr/>
            </p:nvPicPr>
            <p:blipFill>
              <a:blip r:embed="rId3"/>
              <a:stretch>
                <a:fillRect/>
              </a:stretch>
            </p:blipFill>
            <p:spPr>
              <a:xfrm>
                <a:off x="8798560" y="3728720"/>
                <a:ext cx="3556000" cy="355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Рукописный ввод 6">
                <a:extLst>
                  <a:ext uri="{FF2B5EF4-FFF2-40B4-BE49-F238E27FC236}">
                    <a16:creationId xmlns:a16="http://schemas.microsoft.com/office/drawing/2014/main" id="{7115209A-B0E7-9170-4D05-D73C38475B64}"/>
                  </a:ext>
                </a:extLst>
              </p14:cNvPr>
              <p14:cNvContentPartPr/>
              <p14:nvPr/>
            </p14:nvContentPartPr>
            <p14:xfrm>
              <a:off x="10251440" y="5384800"/>
              <a:ext cx="10160" cy="10160"/>
            </p14:xfrm>
          </p:contentPart>
        </mc:Choice>
        <mc:Fallback xmlns="">
          <p:pic>
            <p:nvPicPr>
              <p:cNvPr id="7" name="Рукописный ввод 6">
                <a:extLst>
                  <a:ext uri="{FF2B5EF4-FFF2-40B4-BE49-F238E27FC236}">
                    <a16:creationId xmlns:a16="http://schemas.microsoft.com/office/drawing/2014/main" id="{7115209A-B0E7-9170-4D05-D73C38475B64}"/>
                  </a:ext>
                </a:extLst>
              </p:cNvPr>
              <p:cNvPicPr/>
              <p:nvPr/>
            </p:nvPicPr>
            <p:blipFill>
              <a:blip r:embed="rId3"/>
              <a:stretch>
                <a:fillRect/>
              </a:stretch>
            </p:blipFill>
            <p:spPr>
              <a:xfrm>
                <a:off x="8473440" y="3616960"/>
                <a:ext cx="3556000" cy="355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Рукописный ввод 7">
                <a:extLst>
                  <a:ext uri="{FF2B5EF4-FFF2-40B4-BE49-F238E27FC236}">
                    <a16:creationId xmlns:a16="http://schemas.microsoft.com/office/drawing/2014/main" id="{9A64C37B-5F88-2098-7604-4DDB74862050}"/>
                  </a:ext>
                </a:extLst>
              </p14:cNvPr>
              <p14:cNvContentPartPr/>
              <p14:nvPr/>
            </p14:nvContentPartPr>
            <p14:xfrm>
              <a:off x="10027920" y="5029200"/>
              <a:ext cx="10160" cy="10160"/>
            </p14:xfrm>
          </p:contentPart>
        </mc:Choice>
        <mc:Fallback xmlns="">
          <p:pic>
            <p:nvPicPr>
              <p:cNvPr id="8" name="Рукописный ввод 7">
                <a:extLst>
                  <a:ext uri="{FF2B5EF4-FFF2-40B4-BE49-F238E27FC236}">
                    <a16:creationId xmlns:a16="http://schemas.microsoft.com/office/drawing/2014/main" id="{9A64C37B-5F88-2098-7604-4DDB74862050}"/>
                  </a:ext>
                </a:extLst>
              </p:cNvPr>
              <p:cNvPicPr/>
              <p:nvPr/>
            </p:nvPicPr>
            <p:blipFill>
              <a:blip r:embed="rId3"/>
              <a:stretch>
                <a:fillRect/>
              </a:stretch>
            </p:blipFill>
            <p:spPr>
              <a:xfrm>
                <a:off x="8249920" y="3261360"/>
                <a:ext cx="3556000" cy="355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Рукописный ввод 8">
                <a:extLst>
                  <a:ext uri="{FF2B5EF4-FFF2-40B4-BE49-F238E27FC236}">
                    <a16:creationId xmlns:a16="http://schemas.microsoft.com/office/drawing/2014/main" id="{2F91C41E-269D-195C-612D-55C06E5E285B}"/>
                  </a:ext>
                </a:extLst>
              </p14:cNvPr>
              <p14:cNvContentPartPr/>
              <p14:nvPr/>
            </p14:nvContentPartPr>
            <p14:xfrm flipV="1">
              <a:off x="71120" y="3048000"/>
              <a:ext cx="9712960" cy="132080"/>
            </p14:xfrm>
          </p:contentPart>
        </mc:Choice>
        <mc:Fallback xmlns="">
          <p:pic>
            <p:nvPicPr>
              <p:cNvPr id="9" name="Рукописный ввод 8">
                <a:extLst>
                  <a:ext uri="{FF2B5EF4-FFF2-40B4-BE49-F238E27FC236}">
                    <a16:creationId xmlns:a16="http://schemas.microsoft.com/office/drawing/2014/main" id="{2F91C41E-269D-195C-612D-55C06E5E285B}"/>
                  </a:ext>
                </a:extLst>
              </p:cNvPr>
              <p:cNvPicPr/>
              <p:nvPr/>
            </p:nvPicPr>
            <p:blipFill>
              <a:blip r:embed="rId8"/>
              <a:stretch>
                <a:fillRect/>
              </a:stretch>
            </p:blipFill>
            <p:spPr>
              <a:xfrm flipV="1">
                <a:off x="-1699696880" y="-20066000"/>
                <a:ext cx="2147483647" cy="4622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Рукописный ввод 11">
                <a:extLst>
                  <a:ext uri="{FF2B5EF4-FFF2-40B4-BE49-F238E27FC236}">
                    <a16:creationId xmlns:a16="http://schemas.microsoft.com/office/drawing/2014/main" id="{4BD8DB95-0BA9-622D-AD69-BF08ED6311F0}"/>
                  </a:ext>
                </a:extLst>
              </p14:cNvPr>
              <p14:cNvContentPartPr/>
              <p14:nvPr/>
            </p14:nvContentPartPr>
            <p14:xfrm>
              <a:off x="1300480" y="1259840"/>
              <a:ext cx="10160" cy="10160"/>
            </p14:xfrm>
          </p:contentPart>
        </mc:Choice>
        <mc:Fallback xmlns="">
          <p:pic>
            <p:nvPicPr>
              <p:cNvPr id="12" name="Рукописный ввод 11">
                <a:extLst>
                  <a:ext uri="{FF2B5EF4-FFF2-40B4-BE49-F238E27FC236}">
                    <a16:creationId xmlns:a16="http://schemas.microsoft.com/office/drawing/2014/main" id="{4BD8DB95-0BA9-622D-AD69-BF08ED6311F0}"/>
                  </a:ext>
                </a:extLst>
              </p:cNvPr>
              <p:cNvPicPr/>
              <p:nvPr/>
            </p:nvPicPr>
            <p:blipFill>
              <a:blip r:embed="rId10"/>
              <a:stretch>
                <a:fillRect/>
              </a:stretch>
            </p:blipFill>
            <p:spPr>
              <a:xfrm>
                <a:off x="1153160" y="-508000"/>
                <a:ext cx="305647" cy="355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5" name="Рукописный ввод 14">
                <a:extLst>
                  <a:ext uri="{FF2B5EF4-FFF2-40B4-BE49-F238E27FC236}">
                    <a16:creationId xmlns:a16="http://schemas.microsoft.com/office/drawing/2014/main" id="{7F0B3FE5-2E0D-97B2-E849-7C31A34C9E2A}"/>
                  </a:ext>
                </a:extLst>
              </p14:cNvPr>
              <p14:cNvContentPartPr/>
              <p14:nvPr/>
            </p14:nvContentPartPr>
            <p14:xfrm>
              <a:off x="6000735" y="259362"/>
              <a:ext cx="1311558" cy="1172140"/>
            </p14:xfrm>
          </p:contentPart>
        </mc:Choice>
        <mc:Fallback>
          <p:pic>
            <p:nvPicPr>
              <p:cNvPr id="15" name="Рукописный ввод 14">
                <a:extLst>
                  <a:ext uri="{FF2B5EF4-FFF2-40B4-BE49-F238E27FC236}">
                    <a16:creationId xmlns:a16="http://schemas.microsoft.com/office/drawing/2014/main" id="{7F0B3FE5-2E0D-97B2-E849-7C31A34C9E2A}"/>
                  </a:ext>
                </a:extLst>
              </p:cNvPr>
              <p:cNvPicPr/>
              <p:nvPr/>
            </p:nvPicPr>
            <p:blipFill>
              <a:blip r:embed="rId12"/>
              <a:stretch>
                <a:fillRect/>
              </a:stretch>
            </p:blipFill>
            <p:spPr>
              <a:xfrm>
                <a:off x="5937749" y="196382"/>
                <a:ext cx="1437171" cy="1297739"/>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Рукописный ввод 16">
                <a:extLst>
                  <a:ext uri="{FF2B5EF4-FFF2-40B4-BE49-F238E27FC236}">
                    <a16:creationId xmlns:a16="http://schemas.microsoft.com/office/drawing/2014/main" id="{8D1C13C6-CA53-CE5B-2BA9-3DE532DE609B}"/>
                  </a:ext>
                </a:extLst>
              </p14:cNvPr>
              <p14:cNvContentPartPr/>
              <p14:nvPr/>
            </p14:nvContentPartPr>
            <p14:xfrm>
              <a:off x="6211629" y="1577662"/>
              <a:ext cx="1236651" cy="64842"/>
            </p14:xfrm>
          </p:contentPart>
        </mc:Choice>
        <mc:Fallback xmlns="">
          <p:pic>
            <p:nvPicPr>
              <p:cNvPr id="17" name="Рукописный ввод 16">
                <a:extLst>
                  <a:ext uri="{FF2B5EF4-FFF2-40B4-BE49-F238E27FC236}">
                    <a16:creationId xmlns:a16="http://schemas.microsoft.com/office/drawing/2014/main" id="{8D1C13C6-CA53-CE5B-2BA9-3DE532DE609B}"/>
                  </a:ext>
                </a:extLst>
              </p:cNvPr>
              <p:cNvPicPr/>
              <p:nvPr/>
            </p:nvPicPr>
            <p:blipFill>
              <a:blip r:embed="rId16"/>
              <a:stretch>
                <a:fillRect/>
              </a:stretch>
            </p:blipFill>
            <p:spPr>
              <a:xfrm>
                <a:off x="6148645" y="1514969"/>
                <a:ext cx="1362260" cy="189869"/>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8" name="Рукописный ввод 17">
                <a:extLst>
                  <a:ext uri="{FF2B5EF4-FFF2-40B4-BE49-F238E27FC236}">
                    <a16:creationId xmlns:a16="http://schemas.microsoft.com/office/drawing/2014/main" id="{2E8CB0E9-EA5C-DE24-393F-676CDA92CBEE}"/>
                  </a:ext>
                </a:extLst>
              </p14:cNvPr>
              <p14:cNvContentPartPr/>
              <p14:nvPr/>
            </p14:nvContentPartPr>
            <p14:xfrm flipH="1">
              <a:off x="7393784" y="715929"/>
              <a:ext cx="974549" cy="901315"/>
            </p14:xfrm>
          </p:contentPart>
        </mc:Choice>
        <mc:Fallback>
          <p:pic>
            <p:nvPicPr>
              <p:cNvPr id="18" name="Рукописный ввод 17">
                <a:extLst>
                  <a:ext uri="{FF2B5EF4-FFF2-40B4-BE49-F238E27FC236}">
                    <a16:creationId xmlns:a16="http://schemas.microsoft.com/office/drawing/2014/main" id="{2E8CB0E9-EA5C-DE24-393F-676CDA92CBEE}"/>
                  </a:ext>
                </a:extLst>
              </p:cNvPr>
              <p:cNvPicPr/>
              <p:nvPr/>
            </p:nvPicPr>
            <p:blipFill>
              <a:blip r:embed="rId18"/>
              <a:stretch>
                <a:fillRect/>
              </a:stretch>
            </p:blipFill>
            <p:spPr>
              <a:xfrm flipH="1">
                <a:off x="7330642" y="652963"/>
                <a:ext cx="1100472" cy="1026887"/>
              </a:xfrm>
              <a:prstGeom prst="rect">
                <a:avLst/>
              </a:prstGeom>
            </p:spPr>
          </p:pic>
        </mc:Fallback>
      </mc:AlternateContent>
      <p:sp>
        <p:nvSpPr>
          <p:cNvPr id="2" name="Заголовок 1">
            <a:extLst>
              <a:ext uri="{FF2B5EF4-FFF2-40B4-BE49-F238E27FC236}">
                <a16:creationId xmlns:a16="http://schemas.microsoft.com/office/drawing/2014/main" id="{B5BB5C30-9623-0A81-D360-E791D141108B}"/>
              </a:ext>
            </a:extLst>
          </p:cNvPr>
          <p:cNvSpPr>
            <a:spLocks noGrp="1"/>
          </p:cNvSpPr>
          <p:nvPr>
            <p:ph type="title"/>
          </p:nvPr>
        </p:nvSpPr>
        <p:spPr/>
        <p:txBody>
          <a:bodyPr>
            <a:normAutofit/>
          </a:bodyPr>
          <a:lstStyle/>
          <a:p>
            <a:r>
              <a:rPr lang="en-US" sz="3200" b="1" err="1">
                <a:solidFill>
                  <a:srgbClr val="000000"/>
                </a:solidFill>
                <a:latin typeface="Aptos"/>
                <a:ea typeface="Calibri"/>
                <a:cs typeface="Calibri"/>
              </a:rPr>
              <a:t>Задачи</a:t>
            </a:r>
            <a:r>
              <a:rPr lang="en-US" sz="3200" b="1" dirty="0">
                <a:solidFill>
                  <a:srgbClr val="000000"/>
                </a:solidFill>
                <a:latin typeface="Aptos"/>
                <a:ea typeface="Calibri"/>
                <a:cs typeface="Calibri"/>
              </a:rPr>
              <a:t> </a:t>
            </a:r>
            <a:r>
              <a:rPr lang="en-US" sz="3200" b="1" err="1">
                <a:solidFill>
                  <a:srgbClr val="000000"/>
                </a:solidFill>
                <a:latin typeface="Aptos"/>
                <a:ea typeface="Calibri"/>
                <a:cs typeface="Calibri"/>
              </a:rPr>
              <a:t>решаемые</a:t>
            </a:r>
            <a:r>
              <a:rPr lang="en-US" sz="3200" b="1" dirty="0">
                <a:solidFill>
                  <a:srgbClr val="000000"/>
                </a:solidFill>
                <a:latin typeface="Aptos"/>
                <a:ea typeface="Calibri"/>
                <a:cs typeface="Calibri"/>
              </a:rPr>
              <a:t> </a:t>
            </a:r>
            <a:r>
              <a:rPr lang="en-US" sz="3200" b="1" err="1">
                <a:solidFill>
                  <a:srgbClr val="000000"/>
                </a:solidFill>
                <a:latin typeface="Aptos"/>
                <a:ea typeface="Calibri"/>
                <a:cs typeface="Calibri"/>
              </a:rPr>
              <a:t>регистрами</a:t>
            </a:r>
            <a:r>
              <a:rPr lang="en-US" sz="3200" b="1" dirty="0">
                <a:solidFill>
                  <a:srgbClr val="000000"/>
                </a:solidFill>
                <a:latin typeface="Aptos"/>
                <a:ea typeface="Calibri"/>
                <a:cs typeface="Calibri"/>
              </a:rPr>
              <a:t> в </a:t>
            </a:r>
            <a:r>
              <a:rPr lang="en-US" sz="3200" b="1" err="1">
                <a:solidFill>
                  <a:srgbClr val="000000"/>
                </a:solidFill>
                <a:latin typeface="Aptos"/>
                <a:ea typeface="Calibri"/>
                <a:cs typeface="Calibri"/>
              </a:rPr>
              <a:t>цифровых</a:t>
            </a:r>
            <a:r>
              <a:rPr lang="en-US" sz="3200" b="1" dirty="0">
                <a:solidFill>
                  <a:srgbClr val="000000"/>
                </a:solidFill>
                <a:latin typeface="Aptos"/>
                <a:ea typeface="Calibri"/>
                <a:cs typeface="Calibri"/>
              </a:rPr>
              <a:t> </a:t>
            </a:r>
            <a:r>
              <a:rPr lang="en-US" sz="3200" b="1" err="1">
                <a:solidFill>
                  <a:srgbClr val="000000"/>
                </a:solidFill>
                <a:latin typeface="Aptos"/>
                <a:ea typeface="Calibri"/>
                <a:cs typeface="Calibri"/>
              </a:rPr>
              <a:t>схемах</a:t>
            </a:r>
            <a:r>
              <a:rPr lang="en-US" sz="3200" b="1" dirty="0">
                <a:solidFill>
                  <a:srgbClr val="000000"/>
                </a:solidFill>
                <a:latin typeface="Aptos"/>
                <a:ea typeface="Calibri"/>
                <a:cs typeface="Calibri"/>
              </a:rPr>
              <a:t> </a:t>
            </a:r>
            <a:endParaRPr lang="ru-RU" sz="3200" b="1">
              <a:solidFill>
                <a:srgbClr val="000000"/>
              </a:solidFill>
            </a:endParaRPr>
          </a:p>
        </p:txBody>
      </p:sp>
      <p:sp>
        <p:nvSpPr>
          <p:cNvPr id="4" name="TextBox 3">
            <a:extLst>
              <a:ext uri="{FF2B5EF4-FFF2-40B4-BE49-F238E27FC236}">
                <a16:creationId xmlns:a16="http://schemas.microsoft.com/office/drawing/2014/main" id="{7E0DBE12-513E-6472-199D-EA944A7853CD}"/>
              </a:ext>
            </a:extLst>
          </p:cNvPr>
          <p:cNvSpPr txBox="1"/>
          <p:nvPr/>
        </p:nvSpPr>
        <p:spPr>
          <a:xfrm>
            <a:off x="834743" y="1440971"/>
            <a:ext cx="9731134"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err="1">
                <a:solidFill>
                  <a:srgbClr val="222222"/>
                </a:solidFill>
                <a:ea typeface="+mn-lt"/>
                <a:cs typeface="+mn-lt"/>
              </a:rPr>
              <a:t>Основные</a:t>
            </a:r>
            <a:r>
              <a:rPr lang="en-US" sz="2400" b="1" dirty="0">
                <a:solidFill>
                  <a:srgbClr val="222222"/>
                </a:solidFill>
                <a:ea typeface="+mn-lt"/>
                <a:cs typeface="+mn-lt"/>
              </a:rPr>
              <a:t> </a:t>
            </a:r>
            <a:r>
              <a:rPr lang="en-US" sz="2400" b="1" err="1">
                <a:solidFill>
                  <a:srgbClr val="222222"/>
                </a:solidFill>
                <a:ea typeface="+mn-lt"/>
                <a:cs typeface="+mn-lt"/>
              </a:rPr>
              <a:t>функции</a:t>
            </a:r>
            <a:r>
              <a:rPr lang="en-US" sz="2400" b="1" dirty="0">
                <a:solidFill>
                  <a:srgbClr val="222222"/>
                </a:solidFill>
                <a:ea typeface="+mn-lt"/>
                <a:cs typeface="+mn-lt"/>
              </a:rPr>
              <a:t> </a:t>
            </a:r>
            <a:r>
              <a:rPr lang="en-US" sz="2400" b="1" err="1">
                <a:solidFill>
                  <a:srgbClr val="222222"/>
                </a:solidFill>
                <a:ea typeface="+mn-lt"/>
                <a:cs typeface="+mn-lt"/>
              </a:rPr>
              <a:t>регистров</a:t>
            </a:r>
            <a:r>
              <a:rPr lang="en-US" sz="2400" b="1" dirty="0">
                <a:solidFill>
                  <a:srgbClr val="222222"/>
                </a:solidFill>
                <a:ea typeface="+mn-lt"/>
                <a:cs typeface="+mn-lt"/>
              </a:rPr>
              <a:t> в </a:t>
            </a:r>
            <a:r>
              <a:rPr lang="en-US" sz="2400" b="1" err="1">
                <a:solidFill>
                  <a:srgbClr val="222222"/>
                </a:solidFill>
                <a:ea typeface="+mn-lt"/>
                <a:cs typeface="+mn-lt"/>
              </a:rPr>
              <a:t>цифровых</a:t>
            </a:r>
            <a:r>
              <a:rPr lang="en-US" sz="2400" b="1" dirty="0">
                <a:solidFill>
                  <a:srgbClr val="222222"/>
                </a:solidFill>
                <a:ea typeface="+mn-lt"/>
                <a:cs typeface="+mn-lt"/>
              </a:rPr>
              <a:t> </a:t>
            </a:r>
            <a:r>
              <a:rPr lang="en-US" sz="2400" b="1" err="1">
                <a:solidFill>
                  <a:srgbClr val="222222"/>
                </a:solidFill>
                <a:ea typeface="+mn-lt"/>
                <a:cs typeface="+mn-lt"/>
              </a:rPr>
              <a:t>схемах</a:t>
            </a:r>
            <a:r>
              <a:rPr lang="en-US" sz="2400" b="1" dirty="0">
                <a:solidFill>
                  <a:srgbClr val="222222"/>
                </a:solidFill>
                <a:ea typeface="+mn-lt"/>
                <a:cs typeface="+mn-lt"/>
              </a:rPr>
              <a:t> </a:t>
            </a:r>
            <a:r>
              <a:rPr lang="en-US" sz="2400" b="1" err="1">
                <a:solidFill>
                  <a:srgbClr val="222222"/>
                </a:solidFill>
                <a:ea typeface="+mn-lt"/>
                <a:cs typeface="+mn-lt"/>
              </a:rPr>
              <a:t>включают</a:t>
            </a:r>
            <a:r>
              <a:rPr lang="en-US" sz="2400" b="1" dirty="0">
                <a:solidFill>
                  <a:srgbClr val="222222"/>
                </a:solidFill>
                <a:ea typeface="+mn-lt"/>
                <a:cs typeface="+mn-lt"/>
              </a:rPr>
              <a:t>: </a:t>
            </a:r>
            <a:endParaRPr lang="ru-RU" sz="2400" b="1">
              <a:solidFill>
                <a:srgbClr val="000000"/>
              </a:solidFill>
              <a:ea typeface="+mn-lt"/>
              <a:cs typeface="+mn-lt"/>
            </a:endParaRPr>
          </a:p>
          <a:p>
            <a:endParaRPr lang="en-US" sz="1200" dirty="0">
              <a:solidFill>
                <a:srgbClr val="222222"/>
              </a:solidFill>
              <a:ea typeface="+mn-lt"/>
              <a:cs typeface="+mn-lt"/>
            </a:endParaRPr>
          </a:p>
          <a:p>
            <a:pPr marL="171450" indent="-171450">
              <a:buFont typeface="Arial"/>
              <a:buChar char="•"/>
            </a:pPr>
            <a:r>
              <a:rPr lang="en-US" b="1" i="1" err="1">
                <a:solidFill>
                  <a:srgbClr val="222222"/>
                </a:solidFill>
                <a:ea typeface="+mn-lt"/>
                <a:cs typeface="+mn-lt"/>
              </a:rPr>
              <a:t>Хранение</a:t>
            </a:r>
            <a:r>
              <a:rPr lang="en-US" b="1" i="1" dirty="0">
                <a:solidFill>
                  <a:srgbClr val="222222"/>
                </a:solidFill>
                <a:ea typeface="+mn-lt"/>
                <a:cs typeface="+mn-lt"/>
              </a:rPr>
              <a:t> </a:t>
            </a:r>
            <a:r>
              <a:rPr lang="en-US" b="1" i="1" err="1">
                <a:solidFill>
                  <a:srgbClr val="222222"/>
                </a:solidFill>
                <a:ea typeface="+mn-lt"/>
                <a:cs typeface="+mn-lt"/>
              </a:rPr>
              <a:t>данных</a:t>
            </a:r>
            <a:r>
              <a:rPr lang="en-US" dirty="0">
                <a:solidFill>
                  <a:srgbClr val="222222"/>
                </a:solidFill>
                <a:ea typeface="+mn-lt"/>
                <a:cs typeface="+mn-lt"/>
              </a:rPr>
              <a:t>: </a:t>
            </a:r>
            <a:r>
              <a:rPr lang="en-US" err="1">
                <a:solidFill>
                  <a:srgbClr val="222222"/>
                </a:solidFill>
                <a:ea typeface="+mn-lt"/>
                <a:cs typeface="+mn-lt"/>
              </a:rPr>
              <a:t>Регистры</a:t>
            </a:r>
            <a:r>
              <a:rPr lang="en-US" dirty="0">
                <a:solidFill>
                  <a:srgbClr val="222222"/>
                </a:solidFill>
                <a:ea typeface="+mn-lt"/>
                <a:cs typeface="+mn-lt"/>
              </a:rPr>
              <a:t> </a:t>
            </a:r>
            <a:r>
              <a:rPr lang="en-US" err="1">
                <a:solidFill>
                  <a:srgbClr val="222222"/>
                </a:solidFill>
                <a:ea typeface="+mn-lt"/>
                <a:cs typeface="+mn-lt"/>
              </a:rPr>
              <a:t>используются</a:t>
            </a:r>
            <a:r>
              <a:rPr lang="en-US" dirty="0">
                <a:solidFill>
                  <a:srgbClr val="222222"/>
                </a:solidFill>
                <a:ea typeface="+mn-lt"/>
                <a:cs typeface="+mn-lt"/>
              </a:rPr>
              <a:t> </a:t>
            </a:r>
            <a:r>
              <a:rPr lang="en-US" err="1">
                <a:solidFill>
                  <a:srgbClr val="222222"/>
                </a:solidFill>
                <a:ea typeface="+mn-lt"/>
                <a:cs typeface="+mn-lt"/>
              </a:rPr>
              <a:t>для</a:t>
            </a:r>
            <a:r>
              <a:rPr lang="en-US" dirty="0">
                <a:solidFill>
                  <a:srgbClr val="222222"/>
                </a:solidFill>
                <a:ea typeface="+mn-lt"/>
                <a:cs typeface="+mn-lt"/>
              </a:rPr>
              <a:t> </a:t>
            </a:r>
            <a:r>
              <a:rPr lang="en-US" err="1">
                <a:solidFill>
                  <a:srgbClr val="222222"/>
                </a:solidFill>
                <a:ea typeface="+mn-lt"/>
                <a:cs typeface="+mn-lt"/>
              </a:rPr>
              <a:t>временного</a:t>
            </a:r>
            <a:r>
              <a:rPr lang="en-US" dirty="0">
                <a:solidFill>
                  <a:srgbClr val="222222"/>
                </a:solidFill>
                <a:ea typeface="+mn-lt"/>
                <a:cs typeface="+mn-lt"/>
              </a:rPr>
              <a:t> </a:t>
            </a:r>
            <a:r>
              <a:rPr lang="en-US" err="1">
                <a:solidFill>
                  <a:srgbClr val="222222"/>
                </a:solidFill>
                <a:ea typeface="+mn-lt"/>
                <a:cs typeface="+mn-lt"/>
              </a:rPr>
              <a:t>хранения</a:t>
            </a:r>
            <a:r>
              <a:rPr lang="en-US" dirty="0">
                <a:solidFill>
                  <a:srgbClr val="222222"/>
                </a:solidFill>
                <a:ea typeface="+mn-lt"/>
                <a:cs typeface="+mn-lt"/>
              </a:rPr>
              <a:t> </a:t>
            </a:r>
            <a:r>
              <a:rPr lang="en-US" err="1">
                <a:solidFill>
                  <a:srgbClr val="222222"/>
                </a:solidFill>
                <a:ea typeface="+mn-lt"/>
                <a:cs typeface="+mn-lt"/>
              </a:rPr>
              <a:t>данных</a:t>
            </a:r>
            <a:r>
              <a:rPr lang="en-US" dirty="0">
                <a:solidFill>
                  <a:srgbClr val="222222"/>
                </a:solidFill>
                <a:ea typeface="+mn-lt"/>
                <a:cs typeface="+mn-lt"/>
              </a:rPr>
              <a:t> в </a:t>
            </a:r>
            <a:r>
              <a:rPr lang="en-US" err="1">
                <a:solidFill>
                  <a:srgbClr val="222222"/>
                </a:solidFill>
                <a:ea typeface="+mn-lt"/>
                <a:cs typeface="+mn-lt"/>
              </a:rPr>
              <a:t>процессе</a:t>
            </a:r>
            <a:r>
              <a:rPr lang="en-US" dirty="0">
                <a:solidFill>
                  <a:srgbClr val="222222"/>
                </a:solidFill>
                <a:ea typeface="+mn-lt"/>
                <a:cs typeface="+mn-lt"/>
              </a:rPr>
              <a:t> </a:t>
            </a:r>
            <a:r>
              <a:rPr lang="en-US" err="1">
                <a:solidFill>
                  <a:srgbClr val="222222"/>
                </a:solidFill>
                <a:ea typeface="+mn-lt"/>
                <a:cs typeface="+mn-lt"/>
              </a:rPr>
              <a:t>обработки</a:t>
            </a:r>
            <a:r>
              <a:rPr lang="en-US" dirty="0">
                <a:solidFill>
                  <a:srgbClr val="222222"/>
                </a:solidFill>
                <a:ea typeface="+mn-lt"/>
                <a:cs typeface="+mn-lt"/>
              </a:rPr>
              <a:t>. </a:t>
            </a:r>
            <a:r>
              <a:rPr lang="en-US" err="1">
                <a:solidFill>
                  <a:srgbClr val="222222"/>
                </a:solidFill>
                <a:ea typeface="+mn-lt"/>
                <a:cs typeface="+mn-lt"/>
              </a:rPr>
              <a:t>Это</a:t>
            </a:r>
            <a:r>
              <a:rPr lang="en-US" dirty="0">
                <a:solidFill>
                  <a:srgbClr val="222222"/>
                </a:solidFill>
                <a:ea typeface="+mn-lt"/>
                <a:cs typeface="+mn-lt"/>
              </a:rPr>
              <a:t> </a:t>
            </a:r>
            <a:r>
              <a:rPr lang="en-US" err="1">
                <a:solidFill>
                  <a:srgbClr val="222222"/>
                </a:solidFill>
                <a:ea typeface="+mn-lt"/>
                <a:cs typeface="+mn-lt"/>
              </a:rPr>
              <a:t>особенно</a:t>
            </a:r>
            <a:r>
              <a:rPr lang="en-US" dirty="0">
                <a:solidFill>
                  <a:srgbClr val="222222"/>
                </a:solidFill>
                <a:ea typeface="+mn-lt"/>
                <a:cs typeface="+mn-lt"/>
              </a:rPr>
              <a:t> </a:t>
            </a:r>
            <a:r>
              <a:rPr lang="en-US" err="1">
                <a:solidFill>
                  <a:srgbClr val="222222"/>
                </a:solidFill>
                <a:ea typeface="+mn-lt"/>
                <a:cs typeface="+mn-lt"/>
              </a:rPr>
              <a:t>важно</a:t>
            </a:r>
            <a:r>
              <a:rPr lang="en-US" dirty="0">
                <a:solidFill>
                  <a:srgbClr val="222222"/>
                </a:solidFill>
                <a:ea typeface="+mn-lt"/>
                <a:cs typeface="+mn-lt"/>
              </a:rPr>
              <a:t> </a:t>
            </a:r>
            <a:r>
              <a:rPr lang="en-US" err="1">
                <a:solidFill>
                  <a:srgbClr val="222222"/>
                </a:solidFill>
                <a:ea typeface="+mn-lt"/>
                <a:cs typeface="+mn-lt"/>
              </a:rPr>
              <a:t>для</a:t>
            </a:r>
            <a:r>
              <a:rPr lang="en-US" dirty="0">
                <a:solidFill>
                  <a:srgbClr val="222222"/>
                </a:solidFill>
                <a:ea typeface="+mn-lt"/>
                <a:cs typeface="+mn-lt"/>
              </a:rPr>
              <a:t> </a:t>
            </a:r>
            <a:r>
              <a:rPr lang="en-US" err="1">
                <a:solidFill>
                  <a:srgbClr val="222222"/>
                </a:solidFill>
                <a:ea typeface="+mn-lt"/>
                <a:cs typeface="+mn-lt"/>
              </a:rPr>
              <a:t>систем</a:t>
            </a:r>
            <a:r>
              <a:rPr lang="en-US" dirty="0">
                <a:solidFill>
                  <a:srgbClr val="222222"/>
                </a:solidFill>
                <a:ea typeface="+mn-lt"/>
                <a:cs typeface="+mn-lt"/>
              </a:rPr>
              <a:t> с </a:t>
            </a:r>
            <a:r>
              <a:rPr lang="en-US" err="1">
                <a:solidFill>
                  <a:srgbClr val="222222"/>
                </a:solidFill>
                <a:ea typeface="+mn-lt"/>
                <a:cs typeface="+mn-lt"/>
              </a:rPr>
              <a:t>ограниченной</a:t>
            </a:r>
            <a:r>
              <a:rPr lang="en-US" dirty="0">
                <a:solidFill>
                  <a:srgbClr val="222222"/>
                </a:solidFill>
                <a:ea typeface="+mn-lt"/>
                <a:cs typeface="+mn-lt"/>
              </a:rPr>
              <a:t> </a:t>
            </a:r>
            <a:r>
              <a:rPr lang="en-US" err="1">
                <a:solidFill>
                  <a:srgbClr val="222222"/>
                </a:solidFill>
                <a:ea typeface="+mn-lt"/>
                <a:cs typeface="+mn-lt"/>
              </a:rPr>
              <a:t>памятью</a:t>
            </a:r>
            <a:r>
              <a:rPr lang="en-US" dirty="0">
                <a:solidFill>
                  <a:srgbClr val="222222"/>
                </a:solidFill>
                <a:ea typeface="+mn-lt"/>
                <a:cs typeface="+mn-lt"/>
              </a:rPr>
              <a:t>, </a:t>
            </a:r>
            <a:r>
              <a:rPr lang="en-US" err="1">
                <a:solidFill>
                  <a:srgbClr val="222222"/>
                </a:solidFill>
                <a:ea typeface="+mn-lt"/>
                <a:cs typeface="+mn-lt"/>
              </a:rPr>
              <a:t>таких</a:t>
            </a:r>
            <a:r>
              <a:rPr lang="en-US" dirty="0">
                <a:solidFill>
                  <a:srgbClr val="222222"/>
                </a:solidFill>
                <a:ea typeface="+mn-lt"/>
                <a:cs typeface="+mn-lt"/>
              </a:rPr>
              <a:t> </a:t>
            </a:r>
            <a:r>
              <a:rPr lang="en-US" err="1">
                <a:solidFill>
                  <a:srgbClr val="222222"/>
                </a:solidFill>
                <a:ea typeface="+mn-lt"/>
                <a:cs typeface="+mn-lt"/>
              </a:rPr>
              <a:t>как</a:t>
            </a:r>
            <a:r>
              <a:rPr lang="en-US" dirty="0">
                <a:solidFill>
                  <a:srgbClr val="222222"/>
                </a:solidFill>
                <a:ea typeface="+mn-lt"/>
                <a:cs typeface="+mn-lt"/>
              </a:rPr>
              <a:t> </a:t>
            </a:r>
            <a:r>
              <a:rPr lang="en-US" err="1">
                <a:solidFill>
                  <a:srgbClr val="222222"/>
                </a:solidFill>
                <a:ea typeface="+mn-lt"/>
                <a:cs typeface="+mn-lt"/>
              </a:rPr>
              <a:t>микроконтроллеры</a:t>
            </a:r>
            <a:r>
              <a:rPr lang="en-US" dirty="0">
                <a:solidFill>
                  <a:srgbClr val="222222"/>
                </a:solidFill>
                <a:ea typeface="+mn-lt"/>
                <a:cs typeface="+mn-lt"/>
              </a:rPr>
              <a:t> </a:t>
            </a:r>
            <a:r>
              <a:rPr lang="en-US" err="1">
                <a:solidFill>
                  <a:srgbClr val="222222"/>
                </a:solidFill>
                <a:ea typeface="+mn-lt"/>
                <a:cs typeface="+mn-lt"/>
              </a:rPr>
              <a:t>или</a:t>
            </a:r>
            <a:r>
              <a:rPr lang="en-US" dirty="0">
                <a:solidFill>
                  <a:srgbClr val="222222"/>
                </a:solidFill>
                <a:ea typeface="+mn-lt"/>
                <a:cs typeface="+mn-lt"/>
              </a:rPr>
              <a:t> </a:t>
            </a:r>
            <a:r>
              <a:rPr lang="en-US" err="1">
                <a:solidFill>
                  <a:srgbClr val="222222"/>
                </a:solidFill>
                <a:ea typeface="+mn-lt"/>
                <a:cs typeface="+mn-lt"/>
              </a:rPr>
              <a:t>процессоры</a:t>
            </a:r>
            <a:r>
              <a:rPr lang="en-US" dirty="0">
                <a:solidFill>
                  <a:srgbClr val="222222"/>
                </a:solidFill>
                <a:ea typeface="+mn-lt"/>
                <a:cs typeface="+mn-lt"/>
              </a:rPr>
              <a:t>. </a:t>
            </a:r>
            <a:endParaRPr lang="ru-RU">
              <a:solidFill>
                <a:srgbClr val="000000"/>
              </a:solidFill>
              <a:ea typeface="+mn-lt"/>
              <a:cs typeface="+mn-lt"/>
            </a:endParaRPr>
          </a:p>
          <a:p>
            <a:pPr marL="171450" indent="-171450">
              <a:buFont typeface="Arial"/>
              <a:buChar char="•"/>
            </a:pPr>
            <a:r>
              <a:rPr lang="en-US" b="1" i="1" err="1">
                <a:solidFill>
                  <a:srgbClr val="222222"/>
                </a:solidFill>
                <a:ea typeface="+mn-lt"/>
                <a:cs typeface="+mn-lt"/>
              </a:rPr>
              <a:t>Перемещение</a:t>
            </a:r>
            <a:r>
              <a:rPr lang="en-US" b="1" i="1" dirty="0">
                <a:solidFill>
                  <a:srgbClr val="222222"/>
                </a:solidFill>
                <a:ea typeface="+mn-lt"/>
                <a:cs typeface="+mn-lt"/>
              </a:rPr>
              <a:t> </a:t>
            </a:r>
            <a:r>
              <a:rPr lang="en-US" b="1" i="1" err="1">
                <a:solidFill>
                  <a:srgbClr val="222222"/>
                </a:solidFill>
                <a:ea typeface="+mn-lt"/>
                <a:cs typeface="+mn-lt"/>
              </a:rPr>
              <a:t>данных</a:t>
            </a:r>
            <a:r>
              <a:rPr lang="en-US" dirty="0">
                <a:solidFill>
                  <a:srgbClr val="222222"/>
                </a:solidFill>
                <a:ea typeface="+mn-lt"/>
                <a:cs typeface="+mn-lt"/>
              </a:rPr>
              <a:t>: </a:t>
            </a:r>
            <a:r>
              <a:rPr lang="en-US" err="1">
                <a:solidFill>
                  <a:srgbClr val="222222"/>
                </a:solidFill>
                <a:ea typeface="+mn-lt"/>
                <a:cs typeface="+mn-lt"/>
              </a:rPr>
              <a:t>Регистры</a:t>
            </a:r>
            <a:r>
              <a:rPr lang="en-US" dirty="0">
                <a:solidFill>
                  <a:srgbClr val="222222"/>
                </a:solidFill>
                <a:ea typeface="+mn-lt"/>
                <a:cs typeface="+mn-lt"/>
              </a:rPr>
              <a:t> </a:t>
            </a:r>
            <a:r>
              <a:rPr lang="en-US" err="1">
                <a:solidFill>
                  <a:srgbClr val="222222"/>
                </a:solidFill>
                <a:ea typeface="+mn-lt"/>
                <a:cs typeface="+mn-lt"/>
              </a:rPr>
              <a:t>могут</a:t>
            </a:r>
            <a:r>
              <a:rPr lang="en-US" dirty="0">
                <a:solidFill>
                  <a:srgbClr val="222222"/>
                </a:solidFill>
                <a:ea typeface="+mn-lt"/>
                <a:cs typeface="+mn-lt"/>
              </a:rPr>
              <a:t> </a:t>
            </a:r>
            <a:r>
              <a:rPr lang="en-US" err="1">
                <a:solidFill>
                  <a:srgbClr val="222222"/>
                </a:solidFill>
                <a:ea typeface="+mn-lt"/>
                <a:cs typeface="+mn-lt"/>
              </a:rPr>
              <a:t>быть</a:t>
            </a:r>
            <a:r>
              <a:rPr lang="en-US" dirty="0">
                <a:solidFill>
                  <a:srgbClr val="222222"/>
                </a:solidFill>
                <a:ea typeface="+mn-lt"/>
                <a:cs typeface="+mn-lt"/>
              </a:rPr>
              <a:t> </a:t>
            </a:r>
            <a:r>
              <a:rPr lang="en-US" err="1">
                <a:solidFill>
                  <a:srgbClr val="222222"/>
                </a:solidFill>
                <a:ea typeface="+mn-lt"/>
                <a:cs typeface="+mn-lt"/>
              </a:rPr>
              <a:t>использованы</a:t>
            </a:r>
            <a:r>
              <a:rPr lang="en-US" dirty="0">
                <a:solidFill>
                  <a:srgbClr val="222222"/>
                </a:solidFill>
                <a:ea typeface="+mn-lt"/>
                <a:cs typeface="+mn-lt"/>
              </a:rPr>
              <a:t> </a:t>
            </a:r>
            <a:r>
              <a:rPr lang="en-US" err="1">
                <a:solidFill>
                  <a:srgbClr val="222222"/>
                </a:solidFill>
                <a:ea typeface="+mn-lt"/>
                <a:cs typeface="+mn-lt"/>
              </a:rPr>
              <a:t>для</a:t>
            </a:r>
            <a:r>
              <a:rPr lang="en-US" dirty="0">
                <a:solidFill>
                  <a:srgbClr val="222222"/>
                </a:solidFill>
                <a:ea typeface="+mn-lt"/>
                <a:cs typeface="+mn-lt"/>
              </a:rPr>
              <a:t> </a:t>
            </a:r>
            <a:r>
              <a:rPr lang="en-US" err="1">
                <a:solidFill>
                  <a:srgbClr val="222222"/>
                </a:solidFill>
                <a:ea typeface="+mn-lt"/>
                <a:cs typeface="+mn-lt"/>
              </a:rPr>
              <a:t>передачи</a:t>
            </a:r>
            <a:r>
              <a:rPr lang="en-US" dirty="0">
                <a:solidFill>
                  <a:srgbClr val="222222"/>
                </a:solidFill>
                <a:ea typeface="+mn-lt"/>
                <a:cs typeface="+mn-lt"/>
              </a:rPr>
              <a:t> </a:t>
            </a:r>
            <a:r>
              <a:rPr lang="en-US" err="1">
                <a:solidFill>
                  <a:srgbClr val="222222"/>
                </a:solidFill>
                <a:ea typeface="+mn-lt"/>
                <a:cs typeface="+mn-lt"/>
              </a:rPr>
              <a:t>данных</a:t>
            </a:r>
            <a:r>
              <a:rPr lang="en-US" dirty="0">
                <a:solidFill>
                  <a:srgbClr val="222222"/>
                </a:solidFill>
                <a:ea typeface="+mn-lt"/>
                <a:cs typeface="+mn-lt"/>
              </a:rPr>
              <a:t> </a:t>
            </a:r>
            <a:r>
              <a:rPr lang="en-US" err="1">
                <a:solidFill>
                  <a:srgbClr val="222222"/>
                </a:solidFill>
                <a:ea typeface="+mn-lt"/>
                <a:cs typeface="+mn-lt"/>
              </a:rPr>
              <a:t>между</a:t>
            </a:r>
            <a:r>
              <a:rPr lang="en-US" dirty="0">
                <a:solidFill>
                  <a:srgbClr val="222222"/>
                </a:solidFill>
                <a:ea typeface="+mn-lt"/>
                <a:cs typeface="+mn-lt"/>
              </a:rPr>
              <a:t> </a:t>
            </a:r>
            <a:r>
              <a:rPr lang="en-US" err="1">
                <a:solidFill>
                  <a:srgbClr val="222222"/>
                </a:solidFill>
                <a:ea typeface="+mn-lt"/>
                <a:cs typeface="+mn-lt"/>
              </a:rPr>
              <a:t>различными</a:t>
            </a:r>
            <a:r>
              <a:rPr lang="en-US" dirty="0">
                <a:solidFill>
                  <a:srgbClr val="222222"/>
                </a:solidFill>
                <a:ea typeface="+mn-lt"/>
                <a:cs typeface="+mn-lt"/>
              </a:rPr>
              <a:t> </a:t>
            </a:r>
            <a:r>
              <a:rPr lang="en-US" err="1">
                <a:solidFill>
                  <a:srgbClr val="222222"/>
                </a:solidFill>
                <a:ea typeface="+mn-lt"/>
                <a:cs typeface="+mn-lt"/>
              </a:rPr>
              <a:t>частями</a:t>
            </a:r>
            <a:r>
              <a:rPr lang="en-US" dirty="0">
                <a:solidFill>
                  <a:srgbClr val="222222"/>
                </a:solidFill>
                <a:ea typeface="+mn-lt"/>
                <a:cs typeface="+mn-lt"/>
              </a:rPr>
              <a:t> </a:t>
            </a:r>
            <a:r>
              <a:rPr lang="en-US" err="1">
                <a:solidFill>
                  <a:srgbClr val="222222"/>
                </a:solidFill>
                <a:ea typeface="+mn-lt"/>
                <a:cs typeface="+mn-lt"/>
              </a:rPr>
              <a:t>цифровой</a:t>
            </a:r>
            <a:r>
              <a:rPr lang="en-US" dirty="0">
                <a:solidFill>
                  <a:srgbClr val="222222"/>
                </a:solidFill>
                <a:ea typeface="+mn-lt"/>
                <a:cs typeface="+mn-lt"/>
              </a:rPr>
              <a:t> </a:t>
            </a:r>
            <a:r>
              <a:rPr lang="en-US" err="1">
                <a:solidFill>
                  <a:srgbClr val="222222"/>
                </a:solidFill>
                <a:ea typeface="+mn-lt"/>
                <a:cs typeface="+mn-lt"/>
              </a:rPr>
              <a:t>схемы</a:t>
            </a:r>
            <a:r>
              <a:rPr lang="en-US" dirty="0">
                <a:solidFill>
                  <a:srgbClr val="222222"/>
                </a:solidFill>
                <a:ea typeface="+mn-lt"/>
                <a:cs typeface="+mn-lt"/>
              </a:rPr>
              <a:t>. </a:t>
            </a:r>
            <a:r>
              <a:rPr lang="en-US" err="1">
                <a:solidFill>
                  <a:srgbClr val="222222"/>
                </a:solidFill>
                <a:ea typeface="+mn-lt"/>
                <a:cs typeface="+mn-lt"/>
              </a:rPr>
              <a:t>Они</a:t>
            </a:r>
            <a:r>
              <a:rPr lang="en-US" dirty="0">
                <a:solidFill>
                  <a:srgbClr val="222222"/>
                </a:solidFill>
                <a:ea typeface="+mn-lt"/>
                <a:cs typeface="+mn-lt"/>
              </a:rPr>
              <a:t> </a:t>
            </a:r>
            <a:r>
              <a:rPr lang="en-US" err="1">
                <a:solidFill>
                  <a:srgbClr val="222222"/>
                </a:solidFill>
                <a:ea typeface="+mn-lt"/>
                <a:cs typeface="+mn-lt"/>
              </a:rPr>
              <a:t>могут</a:t>
            </a:r>
            <a:r>
              <a:rPr lang="en-US" dirty="0">
                <a:solidFill>
                  <a:srgbClr val="222222"/>
                </a:solidFill>
                <a:ea typeface="+mn-lt"/>
                <a:cs typeface="+mn-lt"/>
              </a:rPr>
              <a:t> </a:t>
            </a:r>
            <a:r>
              <a:rPr lang="en-US" err="1">
                <a:solidFill>
                  <a:srgbClr val="222222"/>
                </a:solidFill>
                <a:ea typeface="+mn-lt"/>
                <a:cs typeface="+mn-lt"/>
              </a:rPr>
              <a:t>работать</a:t>
            </a:r>
            <a:r>
              <a:rPr lang="en-US" dirty="0">
                <a:solidFill>
                  <a:srgbClr val="222222"/>
                </a:solidFill>
                <a:ea typeface="+mn-lt"/>
                <a:cs typeface="+mn-lt"/>
              </a:rPr>
              <a:t> в </a:t>
            </a:r>
            <a:r>
              <a:rPr lang="en-US" err="1">
                <a:solidFill>
                  <a:srgbClr val="222222"/>
                </a:solidFill>
                <a:ea typeface="+mn-lt"/>
                <a:cs typeface="+mn-lt"/>
              </a:rPr>
              <a:t>качестве</a:t>
            </a:r>
            <a:r>
              <a:rPr lang="en-US" dirty="0">
                <a:solidFill>
                  <a:srgbClr val="222222"/>
                </a:solidFill>
                <a:ea typeface="+mn-lt"/>
                <a:cs typeface="+mn-lt"/>
              </a:rPr>
              <a:t> </a:t>
            </a:r>
            <a:r>
              <a:rPr lang="en-US" err="1">
                <a:solidFill>
                  <a:srgbClr val="222222"/>
                </a:solidFill>
                <a:ea typeface="+mn-lt"/>
                <a:cs typeface="+mn-lt"/>
              </a:rPr>
              <a:t>промежуточных</a:t>
            </a:r>
            <a:r>
              <a:rPr lang="en-US" dirty="0">
                <a:solidFill>
                  <a:srgbClr val="222222"/>
                </a:solidFill>
                <a:ea typeface="+mn-lt"/>
                <a:cs typeface="+mn-lt"/>
              </a:rPr>
              <a:t> </a:t>
            </a:r>
            <a:r>
              <a:rPr lang="en-US" err="1">
                <a:solidFill>
                  <a:srgbClr val="222222"/>
                </a:solidFill>
                <a:ea typeface="+mn-lt"/>
                <a:cs typeface="+mn-lt"/>
              </a:rPr>
              <a:t>звеньев</a:t>
            </a:r>
            <a:r>
              <a:rPr lang="en-US" dirty="0">
                <a:solidFill>
                  <a:srgbClr val="222222"/>
                </a:solidFill>
                <a:ea typeface="+mn-lt"/>
                <a:cs typeface="+mn-lt"/>
              </a:rPr>
              <a:t>, </a:t>
            </a:r>
            <a:r>
              <a:rPr lang="en-US" err="1">
                <a:solidFill>
                  <a:srgbClr val="222222"/>
                </a:solidFill>
                <a:ea typeface="+mn-lt"/>
                <a:cs typeface="+mn-lt"/>
              </a:rPr>
              <a:t>соединяя</a:t>
            </a:r>
            <a:r>
              <a:rPr lang="en-US" dirty="0">
                <a:solidFill>
                  <a:srgbClr val="222222"/>
                </a:solidFill>
                <a:ea typeface="+mn-lt"/>
                <a:cs typeface="+mn-lt"/>
              </a:rPr>
              <a:t> </a:t>
            </a:r>
            <a:r>
              <a:rPr lang="en-US" err="1">
                <a:solidFill>
                  <a:srgbClr val="222222"/>
                </a:solidFill>
                <a:ea typeface="+mn-lt"/>
                <a:cs typeface="+mn-lt"/>
              </a:rPr>
              <a:t>блоки</a:t>
            </a:r>
            <a:r>
              <a:rPr lang="en-US" dirty="0">
                <a:solidFill>
                  <a:srgbClr val="222222"/>
                </a:solidFill>
                <a:ea typeface="+mn-lt"/>
                <a:cs typeface="+mn-lt"/>
              </a:rPr>
              <a:t>, </a:t>
            </a:r>
            <a:r>
              <a:rPr lang="en-US" err="1">
                <a:solidFill>
                  <a:srgbClr val="222222"/>
                </a:solidFill>
                <a:ea typeface="+mn-lt"/>
                <a:cs typeface="+mn-lt"/>
              </a:rPr>
              <a:t>например</a:t>
            </a:r>
            <a:r>
              <a:rPr lang="en-US" dirty="0">
                <a:solidFill>
                  <a:srgbClr val="222222"/>
                </a:solidFill>
                <a:ea typeface="+mn-lt"/>
                <a:cs typeface="+mn-lt"/>
              </a:rPr>
              <a:t>, в </a:t>
            </a:r>
            <a:r>
              <a:rPr lang="en-US" err="1">
                <a:solidFill>
                  <a:srgbClr val="222222"/>
                </a:solidFill>
                <a:ea typeface="+mn-lt"/>
                <a:cs typeface="+mn-lt"/>
              </a:rPr>
              <a:t>процессорах</a:t>
            </a:r>
            <a:r>
              <a:rPr lang="en-US" dirty="0">
                <a:solidFill>
                  <a:srgbClr val="222222"/>
                </a:solidFill>
                <a:ea typeface="+mn-lt"/>
                <a:cs typeface="+mn-lt"/>
              </a:rPr>
              <a:t>. </a:t>
            </a:r>
            <a:endParaRPr lang="ru-RU">
              <a:solidFill>
                <a:srgbClr val="000000"/>
              </a:solidFill>
              <a:ea typeface="+mn-lt"/>
              <a:cs typeface="+mn-lt"/>
            </a:endParaRPr>
          </a:p>
          <a:p>
            <a:pPr marL="171450" indent="-171450">
              <a:buFont typeface="Arial"/>
              <a:buChar char="•"/>
            </a:pPr>
            <a:r>
              <a:rPr lang="en-US" b="1" i="1" err="1">
                <a:solidFill>
                  <a:srgbClr val="222222"/>
                </a:solidFill>
                <a:ea typeface="+mn-lt"/>
                <a:cs typeface="+mn-lt"/>
              </a:rPr>
              <a:t>Управление</a:t>
            </a:r>
            <a:r>
              <a:rPr lang="en-US" b="1" i="1" dirty="0">
                <a:solidFill>
                  <a:srgbClr val="222222"/>
                </a:solidFill>
                <a:ea typeface="+mn-lt"/>
                <a:cs typeface="+mn-lt"/>
              </a:rPr>
              <a:t> </a:t>
            </a:r>
            <a:r>
              <a:rPr lang="en-US" b="1" i="1" err="1">
                <a:solidFill>
                  <a:srgbClr val="222222"/>
                </a:solidFill>
                <a:ea typeface="+mn-lt"/>
                <a:cs typeface="+mn-lt"/>
              </a:rPr>
              <a:t>данными</a:t>
            </a:r>
            <a:r>
              <a:rPr lang="en-US" dirty="0">
                <a:solidFill>
                  <a:srgbClr val="222222"/>
                </a:solidFill>
                <a:ea typeface="+mn-lt"/>
                <a:cs typeface="+mn-lt"/>
              </a:rPr>
              <a:t>: В </a:t>
            </a:r>
            <a:r>
              <a:rPr lang="en-US" err="1">
                <a:solidFill>
                  <a:srgbClr val="222222"/>
                </a:solidFill>
                <a:ea typeface="+mn-lt"/>
                <a:cs typeface="+mn-lt"/>
              </a:rPr>
              <a:t>некоторых</a:t>
            </a:r>
            <a:r>
              <a:rPr lang="en-US" dirty="0">
                <a:solidFill>
                  <a:srgbClr val="222222"/>
                </a:solidFill>
                <a:ea typeface="+mn-lt"/>
                <a:cs typeface="+mn-lt"/>
              </a:rPr>
              <a:t> </a:t>
            </a:r>
            <a:r>
              <a:rPr lang="en-US" err="1">
                <a:solidFill>
                  <a:srgbClr val="222222"/>
                </a:solidFill>
                <a:ea typeface="+mn-lt"/>
                <a:cs typeface="+mn-lt"/>
              </a:rPr>
              <a:t>системах</a:t>
            </a:r>
            <a:r>
              <a:rPr lang="en-US" dirty="0">
                <a:solidFill>
                  <a:srgbClr val="222222"/>
                </a:solidFill>
                <a:ea typeface="+mn-lt"/>
                <a:cs typeface="+mn-lt"/>
              </a:rPr>
              <a:t> </a:t>
            </a:r>
            <a:r>
              <a:rPr lang="en-US" err="1">
                <a:solidFill>
                  <a:srgbClr val="222222"/>
                </a:solidFill>
                <a:ea typeface="+mn-lt"/>
                <a:cs typeface="+mn-lt"/>
              </a:rPr>
              <a:t>регистры</a:t>
            </a:r>
            <a:r>
              <a:rPr lang="en-US" dirty="0">
                <a:solidFill>
                  <a:srgbClr val="222222"/>
                </a:solidFill>
                <a:ea typeface="+mn-lt"/>
                <a:cs typeface="+mn-lt"/>
              </a:rPr>
              <a:t> </a:t>
            </a:r>
            <a:r>
              <a:rPr lang="en-US" err="1">
                <a:solidFill>
                  <a:srgbClr val="222222"/>
                </a:solidFill>
                <a:ea typeface="+mn-lt"/>
                <a:cs typeface="+mn-lt"/>
              </a:rPr>
              <a:t>также</a:t>
            </a:r>
            <a:r>
              <a:rPr lang="en-US" dirty="0">
                <a:solidFill>
                  <a:srgbClr val="222222"/>
                </a:solidFill>
                <a:ea typeface="+mn-lt"/>
                <a:cs typeface="+mn-lt"/>
              </a:rPr>
              <a:t> </a:t>
            </a:r>
            <a:r>
              <a:rPr lang="en-US" err="1">
                <a:solidFill>
                  <a:srgbClr val="222222"/>
                </a:solidFill>
                <a:ea typeface="+mn-lt"/>
                <a:cs typeface="+mn-lt"/>
              </a:rPr>
              <a:t>могут</a:t>
            </a:r>
            <a:r>
              <a:rPr lang="en-US" dirty="0">
                <a:solidFill>
                  <a:srgbClr val="222222"/>
                </a:solidFill>
                <a:ea typeface="+mn-lt"/>
                <a:cs typeface="+mn-lt"/>
              </a:rPr>
              <a:t> </a:t>
            </a:r>
            <a:r>
              <a:rPr lang="en-US" err="1">
                <a:solidFill>
                  <a:srgbClr val="222222"/>
                </a:solidFill>
                <a:ea typeface="+mn-lt"/>
                <a:cs typeface="+mn-lt"/>
              </a:rPr>
              <a:t>использоваться</a:t>
            </a:r>
            <a:r>
              <a:rPr lang="en-US" dirty="0">
                <a:solidFill>
                  <a:srgbClr val="222222"/>
                </a:solidFill>
                <a:ea typeface="+mn-lt"/>
                <a:cs typeface="+mn-lt"/>
              </a:rPr>
              <a:t> </a:t>
            </a:r>
            <a:r>
              <a:rPr lang="en-US" err="1">
                <a:solidFill>
                  <a:srgbClr val="222222"/>
                </a:solidFill>
                <a:ea typeface="+mn-lt"/>
                <a:cs typeface="+mn-lt"/>
              </a:rPr>
              <a:t>для</a:t>
            </a:r>
            <a:r>
              <a:rPr lang="en-US" dirty="0">
                <a:solidFill>
                  <a:srgbClr val="222222"/>
                </a:solidFill>
                <a:ea typeface="+mn-lt"/>
                <a:cs typeface="+mn-lt"/>
              </a:rPr>
              <a:t> </a:t>
            </a:r>
            <a:r>
              <a:rPr lang="en-US" err="1">
                <a:solidFill>
                  <a:srgbClr val="222222"/>
                </a:solidFill>
                <a:ea typeface="+mn-lt"/>
                <a:cs typeface="+mn-lt"/>
              </a:rPr>
              <a:t>управления</a:t>
            </a:r>
            <a:r>
              <a:rPr lang="en-US" dirty="0">
                <a:solidFill>
                  <a:srgbClr val="222222"/>
                </a:solidFill>
                <a:ea typeface="+mn-lt"/>
                <a:cs typeface="+mn-lt"/>
              </a:rPr>
              <a:t> </a:t>
            </a:r>
            <a:r>
              <a:rPr lang="en-US" err="1">
                <a:solidFill>
                  <a:srgbClr val="222222"/>
                </a:solidFill>
                <a:ea typeface="+mn-lt"/>
                <a:cs typeface="+mn-lt"/>
              </a:rPr>
              <a:t>потоком</a:t>
            </a:r>
            <a:r>
              <a:rPr lang="en-US" dirty="0">
                <a:solidFill>
                  <a:srgbClr val="222222"/>
                </a:solidFill>
                <a:ea typeface="+mn-lt"/>
                <a:cs typeface="+mn-lt"/>
              </a:rPr>
              <a:t> </a:t>
            </a:r>
            <a:r>
              <a:rPr lang="en-US" err="1">
                <a:solidFill>
                  <a:srgbClr val="222222"/>
                </a:solidFill>
                <a:ea typeface="+mn-lt"/>
                <a:cs typeface="+mn-lt"/>
              </a:rPr>
              <a:t>данных</a:t>
            </a:r>
            <a:r>
              <a:rPr lang="en-US" dirty="0">
                <a:solidFill>
                  <a:srgbClr val="222222"/>
                </a:solidFill>
                <a:ea typeface="+mn-lt"/>
                <a:cs typeface="+mn-lt"/>
              </a:rPr>
              <a:t> </a:t>
            </a:r>
            <a:r>
              <a:rPr lang="en-US" err="1">
                <a:solidFill>
                  <a:srgbClr val="222222"/>
                </a:solidFill>
                <a:ea typeface="+mn-lt"/>
                <a:cs typeface="+mn-lt"/>
              </a:rPr>
              <a:t>или</a:t>
            </a:r>
            <a:r>
              <a:rPr lang="en-US" dirty="0">
                <a:solidFill>
                  <a:srgbClr val="222222"/>
                </a:solidFill>
                <a:ea typeface="+mn-lt"/>
                <a:cs typeface="+mn-lt"/>
              </a:rPr>
              <a:t> </a:t>
            </a:r>
            <a:r>
              <a:rPr lang="en-US" err="1">
                <a:solidFill>
                  <a:srgbClr val="222222"/>
                </a:solidFill>
                <a:ea typeface="+mn-lt"/>
                <a:cs typeface="+mn-lt"/>
              </a:rPr>
              <a:t>для</a:t>
            </a:r>
            <a:r>
              <a:rPr lang="en-US" dirty="0">
                <a:solidFill>
                  <a:srgbClr val="222222"/>
                </a:solidFill>
                <a:ea typeface="+mn-lt"/>
                <a:cs typeface="+mn-lt"/>
              </a:rPr>
              <a:t> </a:t>
            </a:r>
            <a:r>
              <a:rPr lang="en-US" err="1">
                <a:solidFill>
                  <a:srgbClr val="222222"/>
                </a:solidFill>
                <a:ea typeface="+mn-lt"/>
                <a:cs typeface="+mn-lt"/>
              </a:rPr>
              <a:t>реализации</a:t>
            </a:r>
            <a:r>
              <a:rPr lang="en-US" dirty="0">
                <a:solidFill>
                  <a:srgbClr val="222222"/>
                </a:solidFill>
                <a:ea typeface="+mn-lt"/>
                <a:cs typeface="+mn-lt"/>
              </a:rPr>
              <a:t> </a:t>
            </a:r>
            <a:r>
              <a:rPr lang="en-US" err="1">
                <a:solidFill>
                  <a:srgbClr val="222222"/>
                </a:solidFill>
                <a:ea typeface="+mn-lt"/>
                <a:cs typeface="+mn-lt"/>
              </a:rPr>
              <a:t>различных</a:t>
            </a:r>
            <a:r>
              <a:rPr lang="en-US" dirty="0">
                <a:solidFill>
                  <a:srgbClr val="222222"/>
                </a:solidFill>
                <a:ea typeface="+mn-lt"/>
                <a:cs typeface="+mn-lt"/>
              </a:rPr>
              <a:t> </a:t>
            </a:r>
            <a:r>
              <a:rPr lang="en-US" err="1">
                <a:solidFill>
                  <a:srgbClr val="222222"/>
                </a:solidFill>
                <a:ea typeface="+mn-lt"/>
                <a:cs typeface="+mn-lt"/>
              </a:rPr>
              <a:t>типов</a:t>
            </a:r>
            <a:r>
              <a:rPr lang="en-US" dirty="0">
                <a:solidFill>
                  <a:srgbClr val="222222"/>
                </a:solidFill>
                <a:ea typeface="+mn-lt"/>
                <a:cs typeface="+mn-lt"/>
              </a:rPr>
              <a:t> </a:t>
            </a:r>
            <a:r>
              <a:rPr lang="en-US" err="1">
                <a:solidFill>
                  <a:srgbClr val="222222"/>
                </a:solidFill>
                <a:ea typeface="+mn-lt"/>
                <a:cs typeface="+mn-lt"/>
              </a:rPr>
              <a:t>счетчиков</a:t>
            </a:r>
            <a:r>
              <a:rPr lang="en-US" dirty="0">
                <a:solidFill>
                  <a:srgbClr val="222222"/>
                </a:solidFill>
                <a:ea typeface="+mn-lt"/>
                <a:cs typeface="+mn-lt"/>
              </a:rPr>
              <a:t> и </a:t>
            </a:r>
            <a:r>
              <a:rPr lang="en-US" err="1">
                <a:solidFill>
                  <a:srgbClr val="222222"/>
                </a:solidFill>
                <a:ea typeface="+mn-lt"/>
                <a:cs typeface="+mn-lt"/>
              </a:rPr>
              <a:t>таймеров</a:t>
            </a:r>
            <a:r>
              <a:rPr lang="en-US" dirty="0">
                <a:solidFill>
                  <a:srgbClr val="222222"/>
                </a:solidFill>
                <a:ea typeface="+mn-lt"/>
                <a:cs typeface="+mn-lt"/>
              </a:rPr>
              <a:t>. </a:t>
            </a:r>
            <a:endParaRPr lang="ru-RU">
              <a:solidFill>
                <a:srgbClr val="000000"/>
              </a:solidFill>
              <a:ea typeface="+mn-lt"/>
              <a:cs typeface="+mn-lt"/>
            </a:endParaRPr>
          </a:p>
          <a:p>
            <a:pPr marL="171450" indent="-171450">
              <a:buFont typeface="Arial"/>
              <a:buChar char="•"/>
            </a:pPr>
            <a:r>
              <a:rPr lang="en-US" b="1" i="1" err="1">
                <a:solidFill>
                  <a:srgbClr val="222222"/>
                </a:solidFill>
                <a:ea typeface="+mn-lt"/>
                <a:cs typeface="+mn-lt"/>
              </a:rPr>
              <a:t>Сдвиг</a:t>
            </a:r>
            <a:r>
              <a:rPr lang="en-US" b="1" i="1" dirty="0">
                <a:solidFill>
                  <a:srgbClr val="222222"/>
                </a:solidFill>
                <a:ea typeface="+mn-lt"/>
                <a:cs typeface="+mn-lt"/>
              </a:rPr>
              <a:t> </a:t>
            </a:r>
            <a:r>
              <a:rPr lang="en-US" b="1" i="1" err="1">
                <a:solidFill>
                  <a:srgbClr val="222222"/>
                </a:solidFill>
                <a:ea typeface="+mn-lt"/>
                <a:cs typeface="+mn-lt"/>
              </a:rPr>
              <a:t>данных</a:t>
            </a:r>
            <a:r>
              <a:rPr lang="en-US" dirty="0">
                <a:solidFill>
                  <a:srgbClr val="222222"/>
                </a:solidFill>
                <a:ea typeface="+mn-lt"/>
                <a:cs typeface="+mn-lt"/>
              </a:rPr>
              <a:t>: </a:t>
            </a:r>
            <a:r>
              <a:rPr lang="en-US" err="1">
                <a:solidFill>
                  <a:srgbClr val="222222"/>
                </a:solidFill>
                <a:ea typeface="+mn-lt"/>
                <a:cs typeface="+mn-lt"/>
              </a:rPr>
              <a:t>Специальные</a:t>
            </a:r>
            <a:r>
              <a:rPr lang="en-US" dirty="0">
                <a:solidFill>
                  <a:srgbClr val="222222"/>
                </a:solidFill>
                <a:ea typeface="+mn-lt"/>
                <a:cs typeface="+mn-lt"/>
              </a:rPr>
              <a:t> </a:t>
            </a:r>
            <a:r>
              <a:rPr lang="en-US" err="1">
                <a:solidFill>
                  <a:srgbClr val="222222"/>
                </a:solidFill>
                <a:ea typeface="+mn-lt"/>
                <a:cs typeface="+mn-lt"/>
              </a:rPr>
              <a:t>регистры</a:t>
            </a:r>
            <a:r>
              <a:rPr lang="en-US" dirty="0">
                <a:solidFill>
                  <a:srgbClr val="222222"/>
                </a:solidFill>
                <a:ea typeface="+mn-lt"/>
                <a:cs typeface="+mn-lt"/>
              </a:rPr>
              <a:t>, </a:t>
            </a:r>
            <a:r>
              <a:rPr lang="en-US" err="1">
                <a:solidFill>
                  <a:srgbClr val="222222"/>
                </a:solidFill>
                <a:ea typeface="+mn-lt"/>
                <a:cs typeface="+mn-lt"/>
              </a:rPr>
              <a:t>называемые</a:t>
            </a:r>
            <a:r>
              <a:rPr lang="en-US" dirty="0">
                <a:solidFill>
                  <a:srgbClr val="222222"/>
                </a:solidFill>
                <a:ea typeface="+mn-lt"/>
                <a:cs typeface="+mn-lt"/>
              </a:rPr>
              <a:t> </a:t>
            </a:r>
            <a:r>
              <a:rPr lang="en-US" err="1">
                <a:solidFill>
                  <a:srgbClr val="222222"/>
                </a:solidFill>
                <a:ea typeface="+mn-lt"/>
                <a:cs typeface="+mn-lt"/>
              </a:rPr>
              <a:t>сдвиговыми</a:t>
            </a:r>
            <a:r>
              <a:rPr lang="en-US" dirty="0">
                <a:solidFill>
                  <a:srgbClr val="222222"/>
                </a:solidFill>
                <a:ea typeface="+mn-lt"/>
                <a:cs typeface="+mn-lt"/>
              </a:rPr>
              <a:t>, </a:t>
            </a:r>
            <a:r>
              <a:rPr lang="en-US" err="1">
                <a:solidFill>
                  <a:srgbClr val="222222"/>
                </a:solidFill>
                <a:ea typeface="+mn-lt"/>
                <a:cs typeface="+mn-lt"/>
              </a:rPr>
              <a:t>могут</a:t>
            </a:r>
            <a:r>
              <a:rPr lang="en-US" dirty="0">
                <a:solidFill>
                  <a:srgbClr val="222222"/>
                </a:solidFill>
                <a:ea typeface="+mn-lt"/>
                <a:cs typeface="+mn-lt"/>
              </a:rPr>
              <a:t> </a:t>
            </a:r>
            <a:r>
              <a:rPr lang="en-US" err="1">
                <a:solidFill>
                  <a:srgbClr val="222222"/>
                </a:solidFill>
                <a:ea typeface="+mn-lt"/>
                <a:cs typeface="+mn-lt"/>
              </a:rPr>
              <a:t>выполнять</a:t>
            </a:r>
            <a:r>
              <a:rPr lang="en-US" dirty="0">
                <a:solidFill>
                  <a:srgbClr val="222222"/>
                </a:solidFill>
                <a:ea typeface="+mn-lt"/>
                <a:cs typeface="+mn-lt"/>
              </a:rPr>
              <a:t> </a:t>
            </a:r>
            <a:r>
              <a:rPr lang="en-US" err="1">
                <a:solidFill>
                  <a:srgbClr val="222222"/>
                </a:solidFill>
                <a:ea typeface="+mn-lt"/>
                <a:cs typeface="+mn-lt"/>
              </a:rPr>
              <a:t>операции</a:t>
            </a:r>
            <a:r>
              <a:rPr lang="en-US" dirty="0">
                <a:solidFill>
                  <a:srgbClr val="222222"/>
                </a:solidFill>
                <a:ea typeface="+mn-lt"/>
                <a:cs typeface="+mn-lt"/>
              </a:rPr>
              <a:t> </a:t>
            </a:r>
            <a:r>
              <a:rPr lang="en-US" err="1">
                <a:solidFill>
                  <a:srgbClr val="222222"/>
                </a:solidFill>
                <a:ea typeface="+mn-lt"/>
                <a:cs typeface="+mn-lt"/>
              </a:rPr>
              <a:t>сдвига</a:t>
            </a:r>
            <a:r>
              <a:rPr lang="en-US" dirty="0">
                <a:solidFill>
                  <a:srgbClr val="222222"/>
                </a:solidFill>
                <a:ea typeface="+mn-lt"/>
                <a:cs typeface="+mn-lt"/>
              </a:rPr>
              <a:t>, </a:t>
            </a:r>
            <a:r>
              <a:rPr lang="en-US" err="1">
                <a:solidFill>
                  <a:srgbClr val="222222"/>
                </a:solidFill>
                <a:ea typeface="+mn-lt"/>
                <a:cs typeface="+mn-lt"/>
              </a:rPr>
              <a:t>такие</a:t>
            </a:r>
            <a:r>
              <a:rPr lang="en-US" dirty="0">
                <a:solidFill>
                  <a:srgbClr val="222222"/>
                </a:solidFill>
                <a:ea typeface="+mn-lt"/>
                <a:cs typeface="+mn-lt"/>
              </a:rPr>
              <a:t> </a:t>
            </a:r>
            <a:r>
              <a:rPr lang="en-US" err="1">
                <a:solidFill>
                  <a:srgbClr val="222222"/>
                </a:solidFill>
                <a:ea typeface="+mn-lt"/>
                <a:cs typeface="+mn-lt"/>
              </a:rPr>
              <a:t>как</a:t>
            </a:r>
            <a:r>
              <a:rPr lang="en-US" dirty="0">
                <a:solidFill>
                  <a:srgbClr val="222222"/>
                </a:solidFill>
                <a:ea typeface="+mn-lt"/>
                <a:cs typeface="+mn-lt"/>
              </a:rPr>
              <a:t> </a:t>
            </a:r>
            <a:r>
              <a:rPr lang="en-US" err="1">
                <a:solidFill>
                  <a:srgbClr val="222222"/>
                </a:solidFill>
                <a:ea typeface="+mn-lt"/>
                <a:cs typeface="+mn-lt"/>
              </a:rPr>
              <a:t>сдвиг</a:t>
            </a:r>
            <a:r>
              <a:rPr lang="en-US" dirty="0">
                <a:solidFill>
                  <a:srgbClr val="222222"/>
                </a:solidFill>
                <a:ea typeface="+mn-lt"/>
                <a:cs typeface="+mn-lt"/>
              </a:rPr>
              <a:t> </a:t>
            </a:r>
            <a:r>
              <a:rPr lang="en-US" err="1">
                <a:solidFill>
                  <a:srgbClr val="222222"/>
                </a:solidFill>
                <a:ea typeface="+mn-lt"/>
                <a:cs typeface="+mn-lt"/>
              </a:rPr>
              <a:t>влево</a:t>
            </a:r>
            <a:r>
              <a:rPr lang="en-US" dirty="0">
                <a:solidFill>
                  <a:srgbClr val="222222"/>
                </a:solidFill>
                <a:ea typeface="+mn-lt"/>
                <a:cs typeface="+mn-lt"/>
              </a:rPr>
              <a:t> </a:t>
            </a:r>
            <a:r>
              <a:rPr lang="en-US" err="1">
                <a:solidFill>
                  <a:srgbClr val="222222"/>
                </a:solidFill>
                <a:ea typeface="+mn-lt"/>
                <a:cs typeface="+mn-lt"/>
              </a:rPr>
              <a:t>или</a:t>
            </a:r>
            <a:r>
              <a:rPr lang="en-US" dirty="0">
                <a:solidFill>
                  <a:srgbClr val="222222"/>
                </a:solidFill>
                <a:ea typeface="+mn-lt"/>
                <a:cs typeface="+mn-lt"/>
              </a:rPr>
              <a:t> </a:t>
            </a:r>
            <a:r>
              <a:rPr lang="en-US" err="1">
                <a:solidFill>
                  <a:srgbClr val="222222"/>
                </a:solidFill>
                <a:ea typeface="+mn-lt"/>
                <a:cs typeface="+mn-lt"/>
              </a:rPr>
              <a:t>вправо</a:t>
            </a:r>
            <a:r>
              <a:rPr lang="en-US" dirty="0">
                <a:solidFill>
                  <a:srgbClr val="222222"/>
                </a:solidFill>
                <a:ea typeface="+mn-lt"/>
                <a:cs typeface="+mn-lt"/>
              </a:rPr>
              <a:t>, </a:t>
            </a:r>
            <a:r>
              <a:rPr lang="en-US" err="1">
                <a:solidFill>
                  <a:srgbClr val="222222"/>
                </a:solidFill>
                <a:ea typeface="+mn-lt"/>
                <a:cs typeface="+mn-lt"/>
              </a:rPr>
              <a:t>что</a:t>
            </a:r>
            <a:r>
              <a:rPr lang="en-US" dirty="0">
                <a:solidFill>
                  <a:srgbClr val="222222"/>
                </a:solidFill>
                <a:ea typeface="+mn-lt"/>
                <a:cs typeface="+mn-lt"/>
              </a:rPr>
              <a:t> </a:t>
            </a:r>
            <a:r>
              <a:rPr lang="en-US" err="1">
                <a:solidFill>
                  <a:srgbClr val="222222"/>
                </a:solidFill>
                <a:ea typeface="+mn-lt"/>
                <a:cs typeface="+mn-lt"/>
              </a:rPr>
              <a:t>полезно</a:t>
            </a:r>
            <a:r>
              <a:rPr lang="en-US" dirty="0">
                <a:solidFill>
                  <a:srgbClr val="222222"/>
                </a:solidFill>
                <a:ea typeface="+mn-lt"/>
                <a:cs typeface="+mn-lt"/>
              </a:rPr>
              <a:t> </a:t>
            </a:r>
            <a:r>
              <a:rPr lang="en-US" err="1">
                <a:solidFill>
                  <a:srgbClr val="222222"/>
                </a:solidFill>
                <a:ea typeface="+mn-lt"/>
                <a:cs typeface="+mn-lt"/>
              </a:rPr>
              <a:t>для</a:t>
            </a:r>
            <a:r>
              <a:rPr lang="en-US" dirty="0">
                <a:solidFill>
                  <a:srgbClr val="222222"/>
                </a:solidFill>
                <a:ea typeface="+mn-lt"/>
                <a:cs typeface="+mn-lt"/>
              </a:rPr>
              <a:t> </a:t>
            </a:r>
            <a:r>
              <a:rPr lang="en-US" err="1">
                <a:solidFill>
                  <a:srgbClr val="222222"/>
                </a:solidFill>
                <a:ea typeface="+mn-lt"/>
                <a:cs typeface="+mn-lt"/>
              </a:rPr>
              <a:t>множества</a:t>
            </a:r>
            <a:r>
              <a:rPr lang="en-US" dirty="0">
                <a:solidFill>
                  <a:srgbClr val="222222"/>
                </a:solidFill>
                <a:ea typeface="+mn-lt"/>
                <a:cs typeface="+mn-lt"/>
              </a:rPr>
              <a:t> </a:t>
            </a:r>
            <a:r>
              <a:rPr lang="en-US" err="1">
                <a:solidFill>
                  <a:srgbClr val="222222"/>
                </a:solidFill>
                <a:ea typeface="+mn-lt"/>
                <a:cs typeface="+mn-lt"/>
              </a:rPr>
              <a:t>математических</a:t>
            </a:r>
            <a:r>
              <a:rPr lang="en-US" dirty="0">
                <a:solidFill>
                  <a:srgbClr val="222222"/>
                </a:solidFill>
                <a:ea typeface="+mn-lt"/>
                <a:cs typeface="+mn-lt"/>
              </a:rPr>
              <a:t> </a:t>
            </a:r>
            <a:r>
              <a:rPr lang="en-US" err="1">
                <a:solidFill>
                  <a:srgbClr val="222222"/>
                </a:solidFill>
                <a:ea typeface="+mn-lt"/>
                <a:cs typeface="+mn-lt"/>
              </a:rPr>
              <a:t>операций</a:t>
            </a:r>
            <a:r>
              <a:rPr lang="en-US" dirty="0">
                <a:solidFill>
                  <a:srgbClr val="222222"/>
                </a:solidFill>
                <a:ea typeface="+mn-lt"/>
                <a:cs typeface="+mn-lt"/>
              </a:rPr>
              <a:t>, </a:t>
            </a:r>
            <a:r>
              <a:rPr lang="en-US" err="1">
                <a:solidFill>
                  <a:srgbClr val="222222"/>
                </a:solidFill>
                <a:ea typeface="+mn-lt"/>
                <a:cs typeface="+mn-lt"/>
              </a:rPr>
              <a:t>включая</a:t>
            </a:r>
            <a:r>
              <a:rPr lang="en-US" dirty="0">
                <a:solidFill>
                  <a:srgbClr val="222222"/>
                </a:solidFill>
                <a:ea typeface="+mn-lt"/>
                <a:cs typeface="+mn-lt"/>
              </a:rPr>
              <a:t> </a:t>
            </a:r>
            <a:r>
              <a:rPr lang="en-US" err="1">
                <a:solidFill>
                  <a:srgbClr val="222222"/>
                </a:solidFill>
                <a:ea typeface="+mn-lt"/>
                <a:cs typeface="+mn-lt"/>
              </a:rPr>
              <a:t>умножение</a:t>
            </a:r>
            <a:r>
              <a:rPr lang="en-US" dirty="0">
                <a:solidFill>
                  <a:srgbClr val="222222"/>
                </a:solidFill>
                <a:ea typeface="+mn-lt"/>
                <a:cs typeface="+mn-lt"/>
              </a:rPr>
              <a:t> и </a:t>
            </a:r>
            <a:r>
              <a:rPr lang="en-US" err="1">
                <a:solidFill>
                  <a:srgbClr val="222222"/>
                </a:solidFill>
                <a:ea typeface="+mn-lt"/>
                <a:cs typeface="+mn-lt"/>
              </a:rPr>
              <a:t>деление</a:t>
            </a:r>
            <a:r>
              <a:rPr lang="en-US" dirty="0">
                <a:solidFill>
                  <a:srgbClr val="222222"/>
                </a:solidFill>
                <a:ea typeface="+mn-lt"/>
                <a:cs typeface="+mn-lt"/>
              </a:rPr>
              <a:t> </a:t>
            </a:r>
            <a:r>
              <a:rPr lang="en-US" err="1">
                <a:solidFill>
                  <a:srgbClr val="222222"/>
                </a:solidFill>
                <a:ea typeface="+mn-lt"/>
                <a:cs typeface="+mn-lt"/>
              </a:rPr>
              <a:t>на</a:t>
            </a:r>
            <a:r>
              <a:rPr lang="en-US" dirty="0">
                <a:solidFill>
                  <a:srgbClr val="222222"/>
                </a:solidFill>
                <a:ea typeface="+mn-lt"/>
                <a:cs typeface="+mn-lt"/>
              </a:rPr>
              <a:t> </a:t>
            </a:r>
            <a:r>
              <a:rPr lang="en-US" err="1">
                <a:solidFill>
                  <a:srgbClr val="222222"/>
                </a:solidFill>
                <a:ea typeface="+mn-lt"/>
                <a:cs typeface="+mn-lt"/>
              </a:rPr>
              <a:t>степени</a:t>
            </a:r>
            <a:r>
              <a:rPr lang="en-US" dirty="0">
                <a:solidFill>
                  <a:srgbClr val="222222"/>
                </a:solidFill>
                <a:ea typeface="+mn-lt"/>
                <a:cs typeface="+mn-lt"/>
              </a:rPr>
              <a:t> </a:t>
            </a:r>
            <a:r>
              <a:rPr lang="en-US" err="1">
                <a:solidFill>
                  <a:srgbClr val="222222"/>
                </a:solidFill>
                <a:ea typeface="+mn-lt"/>
                <a:cs typeface="+mn-lt"/>
              </a:rPr>
              <a:t>двойки</a:t>
            </a:r>
            <a:r>
              <a:rPr lang="en-US" dirty="0">
                <a:solidFill>
                  <a:srgbClr val="222222"/>
                </a:solidFill>
                <a:ea typeface="+mn-lt"/>
                <a:cs typeface="+mn-lt"/>
              </a:rPr>
              <a:t>. </a:t>
            </a:r>
            <a:endParaRPr lang="ru-RU">
              <a:solidFill>
                <a:srgbClr val="000000"/>
              </a:solidFill>
              <a:ea typeface="+mn-lt"/>
              <a:cs typeface="+mn-lt"/>
            </a:endParaRPr>
          </a:p>
          <a:p>
            <a:pPr marL="171450" indent="-171450">
              <a:buFont typeface="Arial"/>
              <a:buChar char="•"/>
            </a:pPr>
            <a:r>
              <a:rPr lang="en-US" b="1" i="1" err="1">
                <a:solidFill>
                  <a:srgbClr val="222222"/>
                </a:solidFill>
                <a:ea typeface="+mn-lt"/>
                <a:cs typeface="+mn-lt"/>
              </a:rPr>
              <a:t>Обработка</a:t>
            </a:r>
            <a:r>
              <a:rPr lang="en-US" b="1" i="1" dirty="0">
                <a:solidFill>
                  <a:srgbClr val="222222"/>
                </a:solidFill>
                <a:ea typeface="+mn-lt"/>
                <a:cs typeface="+mn-lt"/>
              </a:rPr>
              <a:t> </a:t>
            </a:r>
            <a:r>
              <a:rPr lang="en-US" b="1" i="1" err="1">
                <a:solidFill>
                  <a:srgbClr val="222222"/>
                </a:solidFill>
                <a:ea typeface="+mn-lt"/>
                <a:cs typeface="+mn-lt"/>
              </a:rPr>
              <a:t>команд</a:t>
            </a:r>
            <a:r>
              <a:rPr lang="en-US" dirty="0">
                <a:solidFill>
                  <a:srgbClr val="222222"/>
                </a:solidFill>
                <a:ea typeface="+mn-lt"/>
                <a:cs typeface="+mn-lt"/>
              </a:rPr>
              <a:t>: В </a:t>
            </a:r>
            <a:r>
              <a:rPr lang="en-US" err="1">
                <a:solidFill>
                  <a:srgbClr val="222222"/>
                </a:solidFill>
                <a:ea typeface="+mn-lt"/>
                <a:cs typeface="+mn-lt"/>
              </a:rPr>
              <a:t>процессорах</a:t>
            </a:r>
            <a:r>
              <a:rPr lang="en-US" dirty="0">
                <a:solidFill>
                  <a:srgbClr val="222222"/>
                </a:solidFill>
                <a:ea typeface="+mn-lt"/>
                <a:cs typeface="+mn-lt"/>
              </a:rPr>
              <a:t> </a:t>
            </a:r>
            <a:r>
              <a:rPr lang="en-US" err="1">
                <a:solidFill>
                  <a:srgbClr val="222222"/>
                </a:solidFill>
                <a:ea typeface="+mn-lt"/>
                <a:cs typeface="+mn-lt"/>
              </a:rPr>
              <a:t>регистры</a:t>
            </a:r>
            <a:r>
              <a:rPr lang="en-US" dirty="0">
                <a:solidFill>
                  <a:srgbClr val="222222"/>
                </a:solidFill>
                <a:ea typeface="+mn-lt"/>
                <a:cs typeface="+mn-lt"/>
              </a:rPr>
              <a:t> </a:t>
            </a:r>
            <a:r>
              <a:rPr lang="en-US" err="1">
                <a:solidFill>
                  <a:srgbClr val="222222"/>
                </a:solidFill>
                <a:ea typeface="+mn-lt"/>
                <a:cs typeface="+mn-lt"/>
              </a:rPr>
              <a:t>часто</a:t>
            </a:r>
            <a:r>
              <a:rPr lang="en-US" dirty="0">
                <a:solidFill>
                  <a:srgbClr val="222222"/>
                </a:solidFill>
                <a:ea typeface="+mn-lt"/>
                <a:cs typeface="+mn-lt"/>
              </a:rPr>
              <a:t> </a:t>
            </a:r>
            <a:r>
              <a:rPr lang="en-US" err="1">
                <a:solidFill>
                  <a:srgbClr val="222222"/>
                </a:solidFill>
                <a:ea typeface="+mn-lt"/>
                <a:cs typeface="+mn-lt"/>
              </a:rPr>
              <a:t>хранят</a:t>
            </a:r>
            <a:r>
              <a:rPr lang="en-US" dirty="0">
                <a:solidFill>
                  <a:srgbClr val="222222"/>
                </a:solidFill>
                <a:ea typeface="+mn-lt"/>
                <a:cs typeface="+mn-lt"/>
              </a:rPr>
              <a:t> </a:t>
            </a:r>
            <a:r>
              <a:rPr lang="en-US" err="1">
                <a:solidFill>
                  <a:srgbClr val="222222"/>
                </a:solidFill>
                <a:ea typeface="+mn-lt"/>
                <a:cs typeface="+mn-lt"/>
              </a:rPr>
              <a:t>команды</a:t>
            </a:r>
            <a:r>
              <a:rPr lang="en-US" dirty="0">
                <a:solidFill>
                  <a:srgbClr val="222222"/>
                </a:solidFill>
                <a:ea typeface="+mn-lt"/>
                <a:cs typeface="+mn-lt"/>
              </a:rPr>
              <a:t> </a:t>
            </a:r>
            <a:r>
              <a:rPr lang="en-US" err="1">
                <a:solidFill>
                  <a:srgbClr val="222222"/>
                </a:solidFill>
                <a:ea typeface="+mn-lt"/>
                <a:cs typeface="+mn-lt"/>
              </a:rPr>
              <a:t>программы</a:t>
            </a:r>
            <a:r>
              <a:rPr lang="en-US" dirty="0">
                <a:solidFill>
                  <a:srgbClr val="222222"/>
                </a:solidFill>
                <a:ea typeface="+mn-lt"/>
                <a:cs typeface="+mn-lt"/>
              </a:rPr>
              <a:t>, а </a:t>
            </a:r>
            <a:r>
              <a:rPr lang="en-US" err="1">
                <a:solidFill>
                  <a:srgbClr val="222222"/>
                </a:solidFill>
                <a:ea typeface="+mn-lt"/>
                <a:cs typeface="+mn-lt"/>
              </a:rPr>
              <a:t>также</a:t>
            </a:r>
            <a:r>
              <a:rPr lang="en-US" dirty="0">
                <a:solidFill>
                  <a:srgbClr val="222222"/>
                </a:solidFill>
                <a:ea typeface="+mn-lt"/>
                <a:cs typeface="+mn-lt"/>
              </a:rPr>
              <a:t> </a:t>
            </a:r>
            <a:r>
              <a:rPr lang="en-US" err="1">
                <a:solidFill>
                  <a:srgbClr val="222222"/>
                </a:solidFill>
                <a:ea typeface="+mn-lt"/>
                <a:cs typeface="+mn-lt"/>
              </a:rPr>
              <a:t>различные</a:t>
            </a:r>
            <a:r>
              <a:rPr lang="en-US" dirty="0">
                <a:solidFill>
                  <a:srgbClr val="222222"/>
                </a:solidFill>
                <a:ea typeface="+mn-lt"/>
                <a:cs typeface="+mn-lt"/>
              </a:rPr>
              <a:t> </a:t>
            </a:r>
            <a:r>
              <a:rPr lang="en-US" err="1">
                <a:solidFill>
                  <a:srgbClr val="222222"/>
                </a:solidFill>
                <a:ea typeface="+mn-lt"/>
                <a:cs typeface="+mn-lt"/>
              </a:rPr>
              <a:t>флаги</a:t>
            </a:r>
            <a:r>
              <a:rPr lang="en-US" dirty="0">
                <a:solidFill>
                  <a:srgbClr val="222222"/>
                </a:solidFill>
                <a:ea typeface="+mn-lt"/>
                <a:cs typeface="+mn-lt"/>
              </a:rPr>
              <a:t> </a:t>
            </a:r>
            <a:r>
              <a:rPr lang="en-US" err="1">
                <a:solidFill>
                  <a:srgbClr val="222222"/>
                </a:solidFill>
                <a:ea typeface="+mn-lt"/>
                <a:cs typeface="+mn-lt"/>
              </a:rPr>
              <a:t>состояния</a:t>
            </a:r>
            <a:r>
              <a:rPr lang="en-US" dirty="0">
                <a:solidFill>
                  <a:srgbClr val="222222"/>
                </a:solidFill>
                <a:ea typeface="+mn-lt"/>
                <a:cs typeface="+mn-lt"/>
              </a:rPr>
              <a:t>, </a:t>
            </a:r>
            <a:r>
              <a:rPr lang="en-US" err="1">
                <a:solidFill>
                  <a:srgbClr val="222222"/>
                </a:solidFill>
                <a:ea typeface="+mn-lt"/>
                <a:cs typeface="+mn-lt"/>
              </a:rPr>
              <a:t>которые</a:t>
            </a:r>
            <a:r>
              <a:rPr lang="en-US" dirty="0">
                <a:solidFill>
                  <a:srgbClr val="222222"/>
                </a:solidFill>
                <a:ea typeface="+mn-lt"/>
                <a:cs typeface="+mn-lt"/>
              </a:rPr>
              <a:t> </a:t>
            </a:r>
            <a:r>
              <a:rPr lang="en-US" err="1">
                <a:solidFill>
                  <a:srgbClr val="222222"/>
                </a:solidFill>
                <a:ea typeface="+mn-lt"/>
                <a:cs typeface="+mn-lt"/>
              </a:rPr>
              <a:t>управляют</a:t>
            </a:r>
            <a:r>
              <a:rPr lang="en-US" dirty="0">
                <a:solidFill>
                  <a:srgbClr val="222222"/>
                </a:solidFill>
                <a:ea typeface="+mn-lt"/>
                <a:cs typeface="+mn-lt"/>
              </a:rPr>
              <a:t> </a:t>
            </a:r>
            <a:r>
              <a:rPr lang="en-US" err="1">
                <a:solidFill>
                  <a:srgbClr val="222222"/>
                </a:solidFill>
                <a:ea typeface="+mn-lt"/>
                <a:cs typeface="+mn-lt"/>
              </a:rPr>
              <a:t>выполнением</a:t>
            </a:r>
            <a:r>
              <a:rPr lang="en-US" dirty="0">
                <a:solidFill>
                  <a:srgbClr val="222222"/>
                </a:solidFill>
                <a:ea typeface="+mn-lt"/>
                <a:cs typeface="+mn-lt"/>
              </a:rPr>
              <a:t> </a:t>
            </a:r>
            <a:r>
              <a:rPr lang="en-US" err="1">
                <a:solidFill>
                  <a:srgbClr val="222222"/>
                </a:solidFill>
                <a:ea typeface="+mn-lt"/>
                <a:cs typeface="+mn-lt"/>
              </a:rPr>
              <a:t>инструкций</a:t>
            </a:r>
            <a:r>
              <a:rPr lang="en-US" dirty="0">
                <a:solidFill>
                  <a:srgbClr val="222222"/>
                </a:solidFill>
                <a:ea typeface="+mn-lt"/>
                <a:cs typeface="+mn-lt"/>
              </a:rPr>
              <a:t>. </a:t>
            </a:r>
            <a:endParaRPr lang="ru-RU"/>
          </a:p>
        </p:txBody>
      </p:sp>
    </p:spTree>
    <p:extLst>
      <p:ext uri="{BB962C8B-B14F-4D97-AF65-F5344CB8AC3E}">
        <p14:creationId xmlns:p14="http://schemas.microsoft.com/office/powerpoint/2010/main" val="424080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0F735D2-D109-489E-9FCB-EA9FC69ED107}"/>
              </a:ext>
            </a:extLst>
          </p:cNvPr>
          <p:cNvSpPr>
            <a:spLocks noGrp="1"/>
          </p:cNvSpPr>
          <p:nvPr>
            <p:ph idx="1"/>
          </p:nvPr>
        </p:nvSpPr>
        <p:spPr>
          <a:xfrm>
            <a:off x="838200" y="1718301"/>
            <a:ext cx="6344741" cy="5138226"/>
          </a:xfrm>
        </p:spPr>
        <p:txBody>
          <a:bodyPr vert="horz" lIns="91440" tIns="45720" rIns="91440" bIns="45720" rtlCol="0" anchor="t">
            <a:normAutofit/>
          </a:bodyPr>
          <a:lstStyle/>
          <a:p>
            <a:pPr marL="0" indent="0">
              <a:buNone/>
            </a:pPr>
            <a:r>
              <a:rPr lang="ru-RU" sz="1800" dirty="0"/>
              <a:t>Регистры являются неотъемлемой частью архитектуры любого цифрового устройства. Они выполняют роль временной памяти и посредников при обмене данными между процессором, памятью и другими компонентами системы. В процессорах, например, регистры используются для хранения промежуточных данных при выполнении инструкций. Архитектура процессора напрямую зависит от числа и типа регистров, их расположения и взаимодействия между собой. Регистры также играют важную роль в управлении потоком данных в различных цифровых устройствах. Они могут быть использованы для реализации различных схем управления, таких как счетчики, таймеры или устройства синхронизации. В вычислительных системах и устройствах с микропроцессорной архитектурой регистры обеспечивают быстрое и эффективное выполнение операций, сокращая необходимость в внешней памяти. </a:t>
            </a:r>
          </a:p>
        </p:txBody>
      </p:sp>
      <mc:AlternateContent xmlns:mc="http://schemas.openxmlformats.org/markup-compatibility/2006" xmlns:p14="http://schemas.microsoft.com/office/powerpoint/2010/main">
        <mc:Choice Requires="p14">
          <p:contentPart p14:bwMode="auto" r:id="rId2">
            <p14:nvContentPartPr>
              <p14:cNvPr id="10" name="Рукописный ввод 9">
                <a:extLst>
                  <a:ext uri="{FF2B5EF4-FFF2-40B4-BE49-F238E27FC236}">
                    <a16:creationId xmlns:a16="http://schemas.microsoft.com/office/drawing/2014/main" id="{537B2C20-36F8-1F67-2568-A8760790A777}"/>
                  </a:ext>
                </a:extLst>
              </p14:cNvPr>
              <p14:cNvContentPartPr/>
              <p14:nvPr/>
            </p14:nvContentPartPr>
            <p14:xfrm>
              <a:off x="6230470" y="1714500"/>
              <a:ext cx="1512197" cy="448"/>
            </p14:xfrm>
          </p:contentPart>
        </mc:Choice>
        <mc:Fallback xmlns="">
          <p:pic>
            <p:nvPicPr>
              <p:cNvPr id="10" name="Рукописный ввод 9">
                <a:extLst>
                  <a:ext uri="{FF2B5EF4-FFF2-40B4-BE49-F238E27FC236}">
                    <a16:creationId xmlns:a16="http://schemas.microsoft.com/office/drawing/2014/main" id="{537B2C20-36F8-1F67-2568-A8760790A777}"/>
                  </a:ext>
                </a:extLst>
              </p:cNvPr>
              <p:cNvPicPr/>
              <p:nvPr/>
            </p:nvPicPr>
            <p:blipFill>
              <a:blip r:embed="rId5"/>
              <a:stretch>
                <a:fillRect/>
              </a:stretch>
            </p:blipFill>
            <p:spPr>
              <a:xfrm>
                <a:off x="6167852" y="1675300"/>
                <a:ext cx="1637794" cy="7862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Рукописный ввод 10">
                <a:extLst>
                  <a:ext uri="{FF2B5EF4-FFF2-40B4-BE49-F238E27FC236}">
                    <a16:creationId xmlns:a16="http://schemas.microsoft.com/office/drawing/2014/main" id="{0CCF17EA-9215-D2A0-FFEC-2836E71795DB}"/>
                  </a:ext>
                </a:extLst>
              </p14:cNvPr>
              <p14:cNvContentPartPr/>
              <p14:nvPr/>
            </p14:nvContentPartPr>
            <p14:xfrm>
              <a:off x="7758237" y="168088"/>
              <a:ext cx="177878" cy="1582439"/>
            </p14:xfrm>
          </p:contentPart>
        </mc:Choice>
        <mc:Fallback xmlns="">
          <p:pic>
            <p:nvPicPr>
              <p:cNvPr id="11" name="Рукописный ввод 10">
                <a:extLst>
                  <a:ext uri="{FF2B5EF4-FFF2-40B4-BE49-F238E27FC236}">
                    <a16:creationId xmlns:a16="http://schemas.microsoft.com/office/drawing/2014/main" id="{0CCF17EA-9215-D2A0-FFEC-2836E71795DB}"/>
                  </a:ext>
                </a:extLst>
              </p:cNvPr>
              <p:cNvPicPr/>
              <p:nvPr/>
            </p:nvPicPr>
            <p:blipFill>
              <a:blip r:embed="rId7"/>
              <a:stretch>
                <a:fillRect/>
              </a:stretch>
            </p:blipFill>
            <p:spPr>
              <a:xfrm>
                <a:off x="7695710" y="105107"/>
                <a:ext cx="303291" cy="1708041"/>
              </a:xfrm>
              <a:prstGeom prst="rect">
                <a:avLst/>
              </a:prstGeom>
            </p:spPr>
          </p:pic>
        </mc:Fallback>
      </mc:AlternateContent>
      <p:sp>
        <p:nvSpPr>
          <p:cNvPr id="2" name="Заголовок 1">
            <a:extLst>
              <a:ext uri="{FF2B5EF4-FFF2-40B4-BE49-F238E27FC236}">
                <a16:creationId xmlns:a16="http://schemas.microsoft.com/office/drawing/2014/main" id="{34A291B3-0712-EC0B-6120-91F7D85131B1}"/>
              </a:ext>
            </a:extLst>
          </p:cNvPr>
          <p:cNvSpPr>
            <a:spLocks noGrp="1"/>
          </p:cNvSpPr>
          <p:nvPr>
            <p:ph type="title"/>
          </p:nvPr>
        </p:nvSpPr>
        <p:spPr/>
        <p:txBody>
          <a:bodyPr>
            <a:noAutofit/>
          </a:bodyPr>
          <a:lstStyle/>
          <a:p>
            <a:r>
              <a:rPr lang="ru-RU" sz="4000" b="1" dirty="0">
                <a:ea typeface="+mj-lt"/>
                <a:cs typeface="+mj-lt"/>
              </a:rPr>
              <a:t>Значение в архитектуре ПК и цифровых устройствах </a:t>
            </a:r>
            <a:endParaRPr lang="ru-RU" sz="4000" b="1"/>
          </a:p>
        </p:txBody>
      </p:sp>
      <p:pic>
        <p:nvPicPr>
          <p:cNvPr id="6" name="Рисунок 5" descr="Изображение выглядит как текст, снимок экрана, Шрифт&#10;&#10;Содержимое, созданное искусственным интеллектом, может быть неверным.">
            <a:extLst>
              <a:ext uri="{FF2B5EF4-FFF2-40B4-BE49-F238E27FC236}">
                <a16:creationId xmlns:a16="http://schemas.microsoft.com/office/drawing/2014/main" id="{7765D8A6-F251-27AD-69BE-82C0B23CA445}"/>
              </a:ext>
            </a:extLst>
          </p:cNvPr>
          <p:cNvPicPr>
            <a:picLocks noChangeAspect="1"/>
          </p:cNvPicPr>
          <p:nvPr/>
        </p:nvPicPr>
        <p:blipFill>
          <a:blip r:embed="rId8"/>
          <a:stretch>
            <a:fillRect/>
          </a:stretch>
        </p:blipFill>
        <p:spPr>
          <a:xfrm>
            <a:off x="7184571" y="1688708"/>
            <a:ext cx="4829300" cy="4222792"/>
          </a:xfrm>
          <a:prstGeom prst="rect">
            <a:avLst/>
          </a:prstGeom>
        </p:spPr>
      </p:pic>
    </p:spTree>
    <p:extLst>
      <p:ext uri="{BB962C8B-B14F-4D97-AF65-F5344CB8AC3E}">
        <p14:creationId xmlns:p14="http://schemas.microsoft.com/office/powerpoint/2010/main" val="1726606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76B81F-949F-6C80-26ED-FE235CB84540}"/>
              </a:ext>
            </a:extLst>
          </p:cNvPr>
          <p:cNvSpPr>
            <a:spLocks noGrp="1"/>
          </p:cNvSpPr>
          <p:nvPr>
            <p:ph type="title"/>
          </p:nvPr>
        </p:nvSpPr>
        <p:spPr>
          <a:xfrm>
            <a:off x="838200" y="257801"/>
            <a:ext cx="6075680" cy="830758"/>
          </a:xfrm>
        </p:spPr>
        <p:txBody>
          <a:bodyPr>
            <a:normAutofit/>
          </a:bodyPr>
          <a:lstStyle/>
          <a:p>
            <a:r>
              <a:rPr lang="ru-RU" sz="3200" b="1" dirty="0">
                <a:solidFill>
                  <a:srgbClr val="222222"/>
                </a:solidFill>
                <a:latin typeface="Arial"/>
                <a:ea typeface="+mj-lt"/>
                <a:cs typeface="Arial"/>
              </a:rPr>
              <a:t>Логическая схема регистра </a:t>
            </a:r>
            <a:endParaRPr lang="ru-RU" sz="3200" dirty="0"/>
          </a:p>
        </p:txBody>
      </p:sp>
      <p:sp>
        <p:nvSpPr>
          <p:cNvPr id="3" name="Объект 2">
            <a:extLst>
              <a:ext uri="{FF2B5EF4-FFF2-40B4-BE49-F238E27FC236}">
                <a16:creationId xmlns:a16="http://schemas.microsoft.com/office/drawing/2014/main" id="{D6F4BA5D-BBD2-1DCC-A95B-24EDA1DE0ABC}"/>
              </a:ext>
            </a:extLst>
          </p:cNvPr>
          <p:cNvSpPr>
            <a:spLocks noGrp="1"/>
          </p:cNvSpPr>
          <p:nvPr>
            <p:ph idx="1"/>
          </p:nvPr>
        </p:nvSpPr>
        <p:spPr>
          <a:xfrm>
            <a:off x="835516" y="982002"/>
            <a:ext cx="10510983" cy="1836452"/>
          </a:xfrm>
        </p:spPr>
        <p:txBody>
          <a:bodyPr vert="horz" lIns="91440" tIns="45720" rIns="91440" bIns="45720" rtlCol="0" anchor="t">
            <a:noAutofit/>
          </a:bodyPr>
          <a:lstStyle/>
          <a:p>
            <a:pPr algn="just">
              <a:buNone/>
            </a:pPr>
            <a:r>
              <a:rPr lang="ru-RU" sz="2400" b="1" i="1" dirty="0">
                <a:ea typeface="+mn-lt"/>
                <a:cs typeface="+mn-lt"/>
              </a:rPr>
              <a:t>Общие принципы работы</a:t>
            </a:r>
          </a:p>
          <a:p>
            <a:pPr algn="just">
              <a:buNone/>
            </a:pPr>
            <a:r>
              <a:rPr lang="ru-RU" sz="1600" dirty="0">
                <a:ea typeface="+mn-lt"/>
                <a:cs typeface="+mn-lt"/>
              </a:rPr>
              <a:t>Регистр состоит из набора элементов памяти, которые могут быть установлены в определенное состояние и хранить бинарные данные (0 или 1). В самых простых схемах такие элементы памяти представляют собой триггеры (чаще всего D-триггеры), которые могут запоминать одно состояние до тех пор, пока не получат команду на изменение.</a:t>
            </a:r>
            <a:endParaRPr lang="ru-RU" dirty="0"/>
          </a:p>
        </p:txBody>
      </p:sp>
      <mc:AlternateContent xmlns:mc="http://schemas.openxmlformats.org/markup-compatibility/2006" xmlns:p14="http://schemas.microsoft.com/office/powerpoint/2010/main">
        <mc:Choice Requires="p14">
          <p:contentPart p14:bwMode="auto" r:id="rId2">
            <p14:nvContentPartPr>
              <p14:cNvPr id="9" name="Рукописный ввод 8">
                <a:extLst>
                  <a:ext uri="{FF2B5EF4-FFF2-40B4-BE49-F238E27FC236}">
                    <a16:creationId xmlns:a16="http://schemas.microsoft.com/office/drawing/2014/main" id="{94758A0F-D88E-3E82-FD90-4B6FE824E485}"/>
                  </a:ext>
                </a:extLst>
              </p14:cNvPr>
              <p14:cNvContentPartPr/>
              <p14:nvPr/>
            </p14:nvContentPartPr>
            <p14:xfrm>
              <a:off x="6664959" y="1369500"/>
              <a:ext cx="1248501" cy="114289"/>
            </p14:xfrm>
          </p:contentPart>
        </mc:Choice>
        <mc:Fallback xmlns="">
          <p:pic>
            <p:nvPicPr>
              <p:cNvPr id="9" name="Рукописный ввод 8">
                <a:extLst>
                  <a:ext uri="{FF2B5EF4-FFF2-40B4-BE49-F238E27FC236}">
                    <a16:creationId xmlns:a16="http://schemas.microsoft.com/office/drawing/2014/main" id="{94758A0F-D88E-3E82-FD90-4B6FE824E485}"/>
                  </a:ext>
                </a:extLst>
              </p:cNvPr>
              <p:cNvPicPr/>
              <p:nvPr/>
            </p:nvPicPr>
            <p:blipFill>
              <a:blip r:embed="rId5"/>
              <a:stretch>
                <a:fillRect/>
              </a:stretch>
            </p:blipFill>
            <p:spPr>
              <a:xfrm>
                <a:off x="6602336" y="1306605"/>
                <a:ext cx="1374107" cy="239719"/>
              </a:xfrm>
              <a:prstGeom prst="rect">
                <a:avLst/>
              </a:prstGeom>
            </p:spPr>
          </p:pic>
        </mc:Fallback>
      </mc:AlternateContent>
      <p:sp>
        <p:nvSpPr>
          <p:cNvPr id="6" name="TextBox 5">
            <a:extLst>
              <a:ext uri="{FF2B5EF4-FFF2-40B4-BE49-F238E27FC236}">
                <a16:creationId xmlns:a16="http://schemas.microsoft.com/office/drawing/2014/main" id="{0AFD505A-83D8-823D-DF04-5A8C87F79A36}"/>
              </a:ext>
            </a:extLst>
          </p:cNvPr>
          <p:cNvSpPr txBox="1"/>
          <p:nvPr/>
        </p:nvSpPr>
        <p:spPr>
          <a:xfrm>
            <a:off x="841169" y="2404754"/>
            <a:ext cx="10519556" cy="830997"/>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1600" dirty="0">
                <a:ea typeface="+mn-lt"/>
                <a:cs typeface="+mn-lt"/>
              </a:rPr>
              <a:t> Работа регистра заключается в том, чтобы захватывать данные на входах и сохранять их до получения нового входного сигнала. В случае сдвиговых регистров, данные передаются по цепочке триггеров, что позволяет «сдвигать» данные влево или вправо на каждом такте. </a:t>
            </a:r>
            <a:endParaRPr lang="ru-RU" sz="1600" dirty="0"/>
          </a:p>
        </p:txBody>
      </p:sp>
      <p:sp>
        <p:nvSpPr>
          <p:cNvPr id="7" name="TextBox 6">
            <a:extLst>
              <a:ext uri="{FF2B5EF4-FFF2-40B4-BE49-F238E27FC236}">
                <a16:creationId xmlns:a16="http://schemas.microsoft.com/office/drawing/2014/main" id="{321D2F31-BDB3-5C35-F62A-C80900FF5474}"/>
              </a:ext>
            </a:extLst>
          </p:cNvPr>
          <p:cNvSpPr txBox="1"/>
          <p:nvPr/>
        </p:nvSpPr>
        <p:spPr>
          <a:xfrm>
            <a:off x="841169" y="3236026"/>
            <a:ext cx="1051955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1600" b="1" i="1" dirty="0">
                <a:ea typeface="+mn-lt"/>
                <a:cs typeface="+mn-lt"/>
              </a:rPr>
              <a:t>Регистр может работать в различных режимах:</a:t>
            </a:r>
          </a:p>
          <a:p>
            <a:pPr marL="285750" indent="-285750">
              <a:buFont typeface="Arial"/>
              <a:buChar char="•"/>
            </a:pPr>
            <a:r>
              <a:rPr lang="ru-RU" sz="1600" b="1" i="1" dirty="0">
                <a:ea typeface="+mn-lt"/>
                <a:cs typeface="+mn-lt"/>
              </a:rPr>
              <a:t>Параллельный режим</a:t>
            </a:r>
            <a:r>
              <a:rPr lang="ru-RU" sz="1600" dirty="0">
                <a:ea typeface="+mn-lt"/>
                <a:cs typeface="+mn-lt"/>
              </a:rPr>
              <a:t>: Все биты данных могут быть записаны или считаны одновременно. </a:t>
            </a:r>
          </a:p>
          <a:p>
            <a:pPr marL="285750" indent="-285750">
              <a:buFont typeface="Arial"/>
              <a:buChar char="•"/>
            </a:pPr>
            <a:r>
              <a:rPr lang="ru-RU" sz="1600" b="1" i="1" dirty="0">
                <a:ea typeface="+mn-lt"/>
                <a:cs typeface="+mn-lt"/>
              </a:rPr>
              <a:t>Последовательный режим</a:t>
            </a:r>
            <a:r>
              <a:rPr lang="ru-RU" sz="1600" dirty="0">
                <a:ea typeface="+mn-lt"/>
                <a:cs typeface="+mn-lt"/>
              </a:rPr>
              <a:t>: Биты данных передаются поочередно, по одному на каждом такте. </a:t>
            </a:r>
          </a:p>
          <a:p>
            <a:pPr marL="285750" indent="-285750">
              <a:buFont typeface="Arial"/>
              <a:buChar char="•"/>
            </a:pPr>
            <a:r>
              <a:rPr lang="ru-RU" sz="1600" b="1" i="1" dirty="0">
                <a:ea typeface="+mn-lt"/>
                <a:cs typeface="+mn-lt"/>
              </a:rPr>
              <a:t>Сдвиговый режим</a:t>
            </a:r>
            <a:r>
              <a:rPr lang="ru-RU" sz="1600" dirty="0">
                <a:ea typeface="+mn-lt"/>
                <a:cs typeface="+mn-lt"/>
              </a:rPr>
              <a:t>: Биты данных перемещаются по регистру (сдвигаются влево или вправо) с каждым тактом.</a:t>
            </a:r>
            <a:endParaRPr lang="ru-RU" sz="1600"/>
          </a:p>
        </p:txBody>
      </p:sp>
      <p:pic>
        <p:nvPicPr>
          <p:cNvPr id="8" name="Рисунок 7" descr="Изображение выглядит как текст, снимок экрана, Шрифт&#10;&#10;Содержимое, созданное искусственным интеллектом, может быть неверным.">
            <a:extLst>
              <a:ext uri="{FF2B5EF4-FFF2-40B4-BE49-F238E27FC236}">
                <a16:creationId xmlns:a16="http://schemas.microsoft.com/office/drawing/2014/main" id="{494375CF-DC00-057C-3402-7A5BB4ECD625}"/>
              </a:ext>
            </a:extLst>
          </p:cNvPr>
          <p:cNvPicPr>
            <a:picLocks noChangeAspect="1"/>
          </p:cNvPicPr>
          <p:nvPr/>
        </p:nvPicPr>
        <p:blipFill>
          <a:blip r:embed="rId6"/>
          <a:stretch>
            <a:fillRect/>
          </a:stretch>
        </p:blipFill>
        <p:spPr>
          <a:xfrm>
            <a:off x="1619250" y="4698052"/>
            <a:ext cx="8953500" cy="2043793"/>
          </a:xfrm>
          <a:prstGeom prst="rect">
            <a:avLst/>
          </a:prstGeom>
        </p:spPr>
      </p:pic>
      <p:sp>
        <p:nvSpPr>
          <p:cNvPr id="10" name="TextBox 9">
            <a:extLst>
              <a:ext uri="{FF2B5EF4-FFF2-40B4-BE49-F238E27FC236}">
                <a16:creationId xmlns:a16="http://schemas.microsoft.com/office/drawing/2014/main" id="{CE06AC07-A5EB-5B0A-1121-466B7CB33BD7}"/>
              </a:ext>
            </a:extLst>
          </p:cNvPr>
          <p:cNvSpPr txBox="1"/>
          <p:nvPr/>
        </p:nvSpPr>
        <p:spPr>
          <a:xfrm>
            <a:off x="841168" y="4423557"/>
            <a:ext cx="930233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1200" b="1" i="1" dirty="0">
                <a:solidFill>
                  <a:srgbClr val="222222"/>
                </a:solidFill>
                <a:latin typeface="Arial"/>
                <a:cs typeface="Arial"/>
              </a:rPr>
              <a:t>Вот таблица, которая иллюстрирует различные режимы работы регистра: </a:t>
            </a:r>
          </a:p>
        </p:txBody>
      </p:sp>
    </p:spTree>
    <p:extLst>
      <p:ext uri="{BB962C8B-B14F-4D97-AF65-F5344CB8AC3E}">
        <p14:creationId xmlns:p14="http://schemas.microsoft.com/office/powerpoint/2010/main" val="448690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6" name="Рукописный ввод 5">
                <a:extLst>
                  <a:ext uri="{FF2B5EF4-FFF2-40B4-BE49-F238E27FC236}">
                    <a16:creationId xmlns:a16="http://schemas.microsoft.com/office/drawing/2014/main" id="{5B50ECDC-A8D9-434B-63FA-29ACFBF38CA9}"/>
                  </a:ext>
                </a:extLst>
              </p14:cNvPr>
              <p14:cNvContentPartPr/>
              <p14:nvPr/>
            </p14:nvContentPartPr>
            <p14:xfrm>
              <a:off x="6126075" y="1418492"/>
              <a:ext cx="41044" cy="247747"/>
            </p14:xfrm>
          </p:contentPart>
        </mc:Choice>
        <mc:Fallback xmlns="">
          <p:pic>
            <p:nvPicPr>
              <p:cNvPr id="6" name="Рукописный ввод 5">
                <a:extLst>
                  <a:ext uri="{FF2B5EF4-FFF2-40B4-BE49-F238E27FC236}">
                    <a16:creationId xmlns:a16="http://schemas.microsoft.com/office/drawing/2014/main" id="{5B50ECDC-A8D9-434B-63FA-29ACFBF38CA9}"/>
                  </a:ext>
                </a:extLst>
              </p:cNvPr>
              <p:cNvPicPr/>
              <p:nvPr/>
            </p:nvPicPr>
            <p:blipFill>
              <a:blip r:embed="rId4"/>
              <a:stretch>
                <a:fillRect/>
              </a:stretch>
            </p:blipFill>
            <p:spPr>
              <a:xfrm>
                <a:off x="6063974" y="1355926"/>
                <a:ext cx="165604" cy="373239"/>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Рукописный ввод 6">
                <a:extLst>
                  <a:ext uri="{FF2B5EF4-FFF2-40B4-BE49-F238E27FC236}">
                    <a16:creationId xmlns:a16="http://schemas.microsoft.com/office/drawing/2014/main" id="{FF11BCF2-63F7-09B8-98C4-96FEEF168A91}"/>
                  </a:ext>
                </a:extLst>
              </p14:cNvPr>
              <p14:cNvContentPartPr/>
              <p14:nvPr/>
            </p14:nvContentPartPr>
            <p14:xfrm>
              <a:off x="6095120" y="568960"/>
              <a:ext cx="72455" cy="866398"/>
            </p14:xfrm>
          </p:contentPart>
        </mc:Choice>
        <mc:Fallback xmlns="">
          <p:pic>
            <p:nvPicPr>
              <p:cNvPr id="7" name="Рукописный ввод 6">
                <a:extLst>
                  <a:ext uri="{FF2B5EF4-FFF2-40B4-BE49-F238E27FC236}">
                    <a16:creationId xmlns:a16="http://schemas.microsoft.com/office/drawing/2014/main" id="{FF11BCF2-63F7-09B8-98C4-96FEEF168A91}"/>
                  </a:ext>
                </a:extLst>
              </p:cNvPr>
              <p:cNvPicPr/>
              <p:nvPr/>
            </p:nvPicPr>
            <p:blipFill>
              <a:blip r:embed="rId6"/>
              <a:stretch>
                <a:fillRect/>
              </a:stretch>
            </p:blipFill>
            <p:spPr>
              <a:xfrm>
                <a:off x="6032708" y="505995"/>
                <a:ext cx="197637" cy="991968"/>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Рукописный ввод 7">
                <a:extLst>
                  <a:ext uri="{FF2B5EF4-FFF2-40B4-BE49-F238E27FC236}">
                    <a16:creationId xmlns:a16="http://schemas.microsoft.com/office/drawing/2014/main" id="{965A7DBD-3BD7-F1F1-138A-FF9B39708C51}"/>
                  </a:ext>
                </a:extLst>
              </p14:cNvPr>
              <p14:cNvContentPartPr/>
              <p14:nvPr/>
            </p14:nvContentPartPr>
            <p14:xfrm>
              <a:off x="10657840" y="2722880"/>
              <a:ext cx="10160" cy="10160"/>
            </p14:xfrm>
          </p:contentPart>
        </mc:Choice>
        <mc:Fallback xmlns="">
          <p:pic>
            <p:nvPicPr>
              <p:cNvPr id="8" name="Рукописный ввод 7">
                <a:extLst>
                  <a:ext uri="{FF2B5EF4-FFF2-40B4-BE49-F238E27FC236}">
                    <a16:creationId xmlns:a16="http://schemas.microsoft.com/office/drawing/2014/main" id="{965A7DBD-3BD7-F1F1-138A-FF9B39708C51}"/>
                  </a:ext>
                </a:extLst>
              </p:cNvPr>
              <p:cNvPicPr/>
              <p:nvPr/>
            </p:nvPicPr>
            <p:blipFill>
              <a:blip r:embed="rId8"/>
              <a:stretch>
                <a:fillRect/>
              </a:stretch>
            </p:blipFill>
            <p:spPr>
              <a:xfrm>
                <a:off x="8879840" y="2575560"/>
                <a:ext cx="3556000" cy="305647"/>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Рукописный ввод 8">
                <a:extLst>
                  <a:ext uri="{FF2B5EF4-FFF2-40B4-BE49-F238E27FC236}">
                    <a16:creationId xmlns:a16="http://schemas.microsoft.com/office/drawing/2014/main" id="{07D9C071-0B8E-B8DB-CE8C-57B9FCD4D022}"/>
                  </a:ext>
                </a:extLst>
              </p14:cNvPr>
              <p14:cNvContentPartPr/>
              <p14:nvPr/>
            </p14:nvContentPartPr>
            <p14:xfrm>
              <a:off x="4551680" y="3332480"/>
              <a:ext cx="10160" cy="10160"/>
            </p14:xfrm>
          </p:contentPart>
        </mc:Choice>
        <mc:Fallback xmlns="">
          <p:pic>
            <p:nvPicPr>
              <p:cNvPr id="9" name="Рукописный ввод 8">
                <a:extLst>
                  <a:ext uri="{FF2B5EF4-FFF2-40B4-BE49-F238E27FC236}">
                    <a16:creationId xmlns:a16="http://schemas.microsoft.com/office/drawing/2014/main" id="{07D9C071-0B8E-B8DB-CE8C-57B9FCD4D022}"/>
                  </a:ext>
                </a:extLst>
              </p:cNvPr>
              <p:cNvPicPr/>
              <p:nvPr/>
            </p:nvPicPr>
            <p:blipFill>
              <a:blip r:embed="rId10"/>
              <a:stretch>
                <a:fillRect/>
              </a:stretch>
            </p:blipFill>
            <p:spPr>
              <a:xfrm>
                <a:off x="2783840" y="1554480"/>
                <a:ext cx="3556000" cy="355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Рукописный ввод 9">
                <a:extLst>
                  <a:ext uri="{FF2B5EF4-FFF2-40B4-BE49-F238E27FC236}">
                    <a16:creationId xmlns:a16="http://schemas.microsoft.com/office/drawing/2014/main" id="{3A6EA198-104B-BE16-F82B-7F8761C799E3}"/>
                  </a:ext>
                </a:extLst>
              </p14:cNvPr>
              <p14:cNvContentPartPr/>
              <p14:nvPr/>
            </p14:nvContentPartPr>
            <p14:xfrm>
              <a:off x="5872480" y="2092960"/>
              <a:ext cx="10160" cy="10160"/>
            </p14:xfrm>
          </p:contentPart>
        </mc:Choice>
        <mc:Fallback xmlns="">
          <p:pic>
            <p:nvPicPr>
              <p:cNvPr id="10" name="Рукописный ввод 9">
                <a:extLst>
                  <a:ext uri="{FF2B5EF4-FFF2-40B4-BE49-F238E27FC236}">
                    <a16:creationId xmlns:a16="http://schemas.microsoft.com/office/drawing/2014/main" id="{3A6EA198-104B-BE16-F82B-7F8761C799E3}"/>
                  </a:ext>
                </a:extLst>
              </p:cNvPr>
              <p:cNvPicPr/>
              <p:nvPr/>
            </p:nvPicPr>
            <p:blipFill>
              <a:blip r:embed="rId10"/>
              <a:stretch>
                <a:fillRect/>
              </a:stretch>
            </p:blipFill>
            <p:spPr>
              <a:xfrm>
                <a:off x="4094480" y="314960"/>
                <a:ext cx="3556000" cy="355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Рукописный ввод 10">
                <a:extLst>
                  <a:ext uri="{FF2B5EF4-FFF2-40B4-BE49-F238E27FC236}">
                    <a16:creationId xmlns:a16="http://schemas.microsoft.com/office/drawing/2014/main" id="{3B5E5A5E-49B3-F6C4-5903-F234CD3672C5}"/>
                  </a:ext>
                </a:extLst>
              </p14:cNvPr>
              <p14:cNvContentPartPr/>
              <p14:nvPr/>
            </p14:nvContentPartPr>
            <p14:xfrm>
              <a:off x="3728720" y="650240"/>
              <a:ext cx="10160" cy="10160"/>
            </p14:xfrm>
          </p:contentPart>
        </mc:Choice>
        <mc:Fallback xmlns="">
          <p:pic>
            <p:nvPicPr>
              <p:cNvPr id="11" name="Рукописный ввод 10">
                <a:extLst>
                  <a:ext uri="{FF2B5EF4-FFF2-40B4-BE49-F238E27FC236}">
                    <a16:creationId xmlns:a16="http://schemas.microsoft.com/office/drawing/2014/main" id="{3B5E5A5E-49B3-F6C4-5903-F234CD3672C5}"/>
                  </a:ext>
                </a:extLst>
              </p:cNvPr>
              <p:cNvPicPr/>
              <p:nvPr/>
            </p:nvPicPr>
            <p:blipFill>
              <a:blip r:embed="rId10"/>
              <a:stretch>
                <a:fillRect/>
              </a:stretch>
            </p:blipFill>
            <p:spPr>
              <a:xfrm>
                <a:off x="1950720" y="-1127760"/>
                <a:ext cx="3556000" cy="3556000"/>
              </a:xfrm>
              <a:prstGeom prst="rect">
                <a:avLst/>
              </a:prstGeom>
            </p:spPr>
          </p:pic>
        </mc:Fallback>
      </mc:AlternateContent>
      <p:sp>
        <p:nvSpPr>
          <p:cNvPr id="2" name="Заголовок 1">
            <a:extLst>
              <a:ext uri="{FF2B5EF4-FFF2-40B4-BE49-F238E27FC236}">
                <a16:creationId xmlns:a16="http://schemas.microsoft.com/office/drawing/2014/main" id="{D43C5333-DBEA-55AD-4708-10596C90FA6B}"/>
              </a:ext>
            </a:extLst>
          </p:cNvPr>
          <p:cNvSpPr>
            <a:spLocks noGrp="1"/>
          </p:cNvSpPr>
          <p:nvPr>
            <p:ph type="title"/>
          </p:nvPr>
        </p:nvSpPr>
        <p:spPr>
          <a:xfrm>
            <a:off x="838200" y="365125"/>
            <a:ext cx="10515600" cy="642732"/>
          </a:xfrm>
        </p:spPr>
        <p:txBody>
          <a:bodyPr>
            <a:normAutofit/>
          </a:bodyPr>
          <a:lstStyle/>
          <a:p>
            <a:r>
              <a:rPr lang="ru-RU" sz="2800" b="1" dirty="0">
                <a:solidFill>
                  <a:srgbClr val="222222"/>
                </a:solidFill>
                <a:latin typeface="Arial"/>
                <a:ea typeface="+mj-lt"/>
                <a:cs typeface="Arial"/>
              </a:rPr>
              <a:t>Роль триггеров в регистре: как элементы памяти </a:t>
            </a:r>
            <a:endParaRPr lang="ru-RU" sz="2800" dirty="0"/>
          </a:p>
        </p:txBody>
      </p:sp>
      <p:sp>
        <p:nvSpPr>
          <p:cNvPr id="3" name="Объект 2">
            <a:extLst>
              <a:ext uri="{FF2B5EF4-FFF2-40B4-BE49-F238E27FC236}">
                <a16:creationId xmlns:a16="http://schemas.microsoft.com/office/drawing/2014/main" id="{7E95D44E-7A94-6521-53AA-9C159667739E}"/>
              </a:ext>
            </a:extLst>
          </p:cNvPr>
          <p:cNvSpPr>
            <a:spLocks noGrp="1"/>
          </p:cNvSpPr>
          <p:nvPr>
            <p:ph idx="1"/>
          </p:nvPr>
        </p:nvSpPr>
        <p:spPr>
          <a:xfrm>
            <a:off x="838200" y="1004248"/>
            <a:ext cx="6700020" cy="4430507"/>
          </a:xfrm>
        </p:spPr>
        <p:txBody>
          <a:bodyPr vert="horz" lIns="91440" tIns="45720" rIns="91440" bIns="45720" rtlCol="0" anchor="t">
            <a:noAutofit/>
          </a:bodyPr>
          <a:lstStyle/>
          <a:p>
            <a:pPr>
              <a:buNone/>
            </a:pPr>
            <a:r>
              <a:rPr lang="ru-RU" sz="1800" b="1" i="1" dirty="0">
                <a:ea typeface="+mn-lt"/>
                <a:cs typeface="+mn-lt"/>
              </a:rPr>
              <a:t>Триггер</a:t>
            </a:r>
            <a:r>
              <a:rPr lang="ru-RU" sz="1800" dirty="0">
                <a:ea typeface="+mn-lt"/>
                <a:cs typeface="+mn-lt"/>
              </a:rPr>
              <a:t> — это базовый элемент памяти в цифровых схемах, который может быть в одном из двух состояний (0 или 1). В регистре обычно используется несколько триггеров, соединенных таким образом, что они могут работать синхронно, то есть записывать данные по одному или несколько битов за такт. Например, в параллельных регистрах все триггеры могут захватывать данные одновременно, а в сдвиговых регистрах данные передаются от одного триггера к другому. </a:t>
            </a:r>
          </a:p>
          <a:p>
            <a:pPr>
              <a:buNone/>
            </a:pPr>
            <a:endParaRPr lang="ru-RU" dirty="0"/>
          </a:p>
          <a:p>
            <a:pPr marL="0" indent="0">
              <a:buNone/>
            </a:pPr>
            <a:r>
              <a:rPr lang="ru-RU" sz="1800" dirty="0">
                <a:ea typeface="+mn-lt"/>
                <a:cs typeface="+mn-lt"/>
              </a:rPr>
              <a:t>В зависимости от конфигурации, триггеры могут работать как защелкивающие устройства, что позволяет им сохранять состояние до тех пор, пока не поступит сигнал на его изменение. Это свойство делает триггеры идеальными для использования в регистрах, где требуется хранение данных на определенное время. </a:t>
            </a:r>
            <a:endParaRPr lang="ru-RU" sz="1800"/>
          </a:p>
        </p:txBody>
      </p:sp>
      <p:pic>
        <p:nvPicPr>
          <p:cNvPr id="5" name="Рисунок 4" descr="Изображение выглядит как диаграмма, План, Технический чертеж, схематичный&#10;&#10;Содержимое, созданное искусственным интеллектом, может быть неверным.">
            <a:extLst>
              <a:ext uri="{FF2B5EF4-FFF2-40B4-BE49-F238E27FC236}">
                <a16:creationId xmlns:a16="http://schemas.microsoft.com/office/drawing/2014/main" id="{2066B444-3196-8B68-F53D-361E82D15A99}"/>
              </a:ext>
            </a:extLst>
          </p:cNvPr>
          <p:cNvPicPr>
            <a:picLocks noChangeAspect="1"/>
          </p:cNvPicPr>
          <p:nvPr/>
        </p:nvPicPr>
        <p:blipFill>
          <a:blip r:embed="rId13"/>
          <a:stretch>
            <a:fillRect/>
          </a:stretch>
        </p:blipFill>
        <p:spPr>
          <a:xfrm>
            <a:off x="7535139" y="1213695"/>
            <a:ext cx="4652655" cy="4024870"/>
          </a:xfrm>
          <a:prstGeom prst="rect">
            <a:avLst/>
          </a:prstGeom>
        </p:spPr>
      </p:pic>
    </p:spTree>
    <p:extLst>
      <p:ext uri="{BB962C8B-B14F-4D97-AF65-F5344CB8AC3E}">
        <p14:creationId xmlns:p14="http://schemas.microsoft.com/office/powerpoint/2010/main" val="733077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2560B6-450A-1951-97EA-C37DC6D6B168}"/>
              </a:ext>
            </a:extLst>
          </p:cNvPr>
          <p:cNvSpPr>
            <a:spLocks noGrp="1"/>
          </p:cNvSpPr>
          <p:nvPr>
            <p:ph type="title"/>
          </p:nvPr>
        </p:nvSpPr>
        <p:spPr>
          <a:xfrm>
            <a:off x="838200" y="365125"/>
            <a:ext cx="6126480" cy="791966"/>
          </a:xfrm>
        </p:spPr>
        <p:txBody>
          <a:bodyPr>
            <a:normAutofit fontScale="90000"/>
          </a:bodyPr>
          <a:lstStyle/>
          <a:p>
            <a:r>
              <a:rPr lang="ru-RU" sz="3200" b="1" dirty="0">
                <a:ea typeface="+mj-lt"/>
                <a:cs typeface="+mj-lt"/>
              </a:rPr>
              <a:t>Влияние конфигурации триггеров </a:t>
            </a:r>
            <a:endParaRPr lang="ru-RU" sz="3200" b="1" i="1" dirty="0">
              <a:latin typeface="Calibri"/>
              <a:ea typeface="Calibri"/>
              <a:cs typeface="Calibri"/>
            </a:endParaRPr>
          </a:p>
        </p:txBody>
      </p:sp>
      <mc:AlternateContent xmlns:mc="http://schemas.openxmlformats.org/markup-compatibility/2006" xmlns:p14="http://schemas.microsoft.com/office/powerpoint/2010/main">
        <mc:Choice Requires="p14">
          <p:contentPart p14:bwMode="auto" r:id="rId2">
            <p14:nvContentPartPr>
              <p14:cNvPr id="6" name="Рукописный ввод 5">
                <a:extLst>
                  <a:ext uri="{FF2B5EF4-FFF2-40B4-BE49-F238E27FC236}">
                    <a16:creationId xmlns:a16="http://schemas.microsoft.com/office/drawing/2014/main" id="{042A5E6B-5BE4-7D16-1C1E-87C1F344FFA6}"/>
                  </a:ext>
                </a:extLst>
              </p14:cNvPr>
              <p14:cNvContentPartPr/>
              <p14:nvPr/>
            </p14:nvContentPartPr>
            <p14:xfrm>
              <a:off x="5838010" y="589279"/>
              <a:ext cx="1224398" cy="1129939"/>
            </p14:xfrm>
          </p:contentPart>
        </mc:Choice>
        <mc:Fallback xmlns="">
          <p:pic>
            <p:nvPicPr>
              <p:cNvPr id="6" name="Рукописный ввод 5">
                <a:extLst>
                  <a:ext uri="{FF2B5EF4-FFF2-40B4-BE49-F238E27FC236}">
                    <a16:creationId xmlns:a16="http://schemas.microsoft.com/office/drawing/2014/main" id="{042A5E6B-5BE4-7D16-1C1E-87C1F344FFA6}"/>
                  </a:ext>
                </a:extLst>
              </p:cNvPr>
              <p:cNvPicPr/>
              <p:nvPr/>
            </p:nvPicPr>
            <p:blipFill>
              <a:blip r:embed="rId5"/>
              <a:stretch>
                <a:fillRect/>
              </a:stretch>
            </p:blipFill>
            <p:spPr>
              <a:xfrm>
                <a:off x="5775027" y="526305"/>
                <a:ext cx="1350005" cy="1255528"/>
              </a:xfrm>
              <a:prstGeom prst="rect">
                <a:avLst/>
              </a:prstGeom>
            </p:spPr>
          </p:pic>
        </mc:Fallback>
      </mc:AlternateContent>
      <p:sp>
        <p:nvSpPr>
          <p:cNvPr id="3" name="Объект 2">
            <a:extLst>
              <a:ext uri="{FF2B5EF4-FFF2-40B4-BE49-F238E27FC236}">
                <a16:creationId xmlns:a16="http://schemas.microsoft.com/office/drawing/2014/main" id="{C8E02496-0BB9-A936-A4F9-959C5C6754A4}"/>
              </a:ext>
            </a:extLst>
          </p:cNvPr>
          <p:cNvSpPr>
            <a:spLocks noGrp="1"/>
          </p:cNvSpPr>
          <p:nvPr>
            <p:ph idx="1"/>
          </p:nvPr>
        </p:nvSpPr>
        <p:spPr>
          <a:xfrm>
            <a:off x="907473" y="1152689"/>
            <a:ext cx="10447999" cy="783306"/>
          </a:xfrm>
        </p:spPr>
        <p:txBody>
          <a:bodyPr vert="horz" lIns="91440" tIns="45720" rIns="91440" bIns="45720" rtlCol="0" anchor="t">
            <a:noAutofit/>
          </a:bodyPr>
          <a:lstStyle/>
          <a:p>
            <a:pPr>
              <a:buNone/>
            </a:pPr>
            <a:r>
              <a:rPr lang="ru-RU" sz="1800" dirty="0">
                <a:ea typeface="+mn-lt"/>
                <a:cs typeface="+mn-lt"/>
              </a:rPr>
              <a:t>Конфигурация триггеров в регистре напрямую влияет на его функциональность. </a:t>
            </a:r>
            <a:endParaRPr lang="ru-RU" sz="1800">
              <a:ea typeface="+mn-lt"/>
              <a:cs typeface="+mn-lt"/>
            </a:endParaRPr>
          </a:p>
          <a:p>
            <a:pPr>
              <a:buNone/>
            </a:pPr>
            <a:r>
              <a:rPr lang="ru-RU" sz="1800" dirty="0">
                <a:ea typeface="+mn-lt"/>
                <a:cs typeface="+mn-lt"/>
              </a:rPr>
              <a:t>Рассмотрим несколько вариантов конфигурации:</a:t>
            </a:r>
            <a:endParaRPr lang="ru-RU" sz="1800" dirty="0"/>
          </a:p>
          <a:p>
            <a:pPr marL="0" indent="0">
              <a:buNone/>
            </a:pPr>
            <a:endParaRPr lang="ru-RU" dirty="0">
              <a:latin typeface="Calibri"/>
              <a:ea typeface="Calibri"/>
              <a:cs typeface="Calibri"/>
            </a:endParaRPr>
          </a:p>
        </p:txBody>
      </p:sp>
      <p:sp>
        <p:nvSpPr>
          <p:cNvPr id="9" name="TextBox 8">
            <a:extLst>
              <a:ext uri="{FF2B5EF4-FFF2-40B4-BE49-F238E27FC236}">
                <a16:creationId xmlns:a16="http://schemas.microsoft.com/office/drawing/2014/main" id="{75084433-0BE5-9507-01AA-DBB5554F0066}"/>
              </a:ext>
            </a:extLst>
          </p:cNvPr>
          <p:cNvSpPr txBox="1"/>
          <p:nvPr/>
        </p:nvSpPr>
        <p:spPr>
          <a:xfrm>
            <a:off x="841169" y="1939636"/>
            <a:ext cx="1050966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ru-RU" b="1" i="1" dirty="0">
                <a:ea typeface="+mn-lt"/>
                <a:cs typeface="+mn-lt"/>
              </a:rPr>
              <a:t>Параллельные регистры</a:t>
            </a:r>
            <a:r>
              <a:rPr lang="ru-RU" dirty="0">
                <a:ea typeface="+mn-lt"/>
                <a:cs typeface="+mn-lt"/>
              </a:rPr>
              <a:t>: Все триггеры захватывают и сохраняют данные одновременно, что позволяет быстро записывать или считывать несколько битов информации. </a:t>
            </a:r>
          </a:p>
          <a:p>
            <a:pPr marL="285750" indent="-285750">
              <a:buFont typeface="Arial"/>
              <a:buChar char="•"/>
            </a:pPr>
            <a:r>
              <a:rPr lang="ru-RU" b="1" i="1" dirty="0">
                <a:ea typeface="+mn-lt"/>
                <a:cs typeface="+mn-lt"/>
              </a:rPr>
              <a:t>Последовательные регистры</a:t>
            </a:r>
            <a:r>
              <a:rPr lang="ru-RU" dirty="0">
                <a:ea typeface="+mn-lt"/>
                <a:cs typeface="+mn-lt"/>
              </a:rPr>
              <a:t>: Здесь данные передаются по цепочке триггеров, и каждый триггер захватывает один бит данных за такт. Это более медленный процесс, но позволяет экономить пространство и упрощать проектирование. </a:t>
            </a:r>
          </a:p>
          <a:p>
            <a:pPr marL="285750" indent="-285750">
              <a:buFont typeface="Arial"/>
              <a:buChar char="•"/>
            </a:pPr>
            <a:r>
              <a:rPr lang="ru-RU" b="1" i="1" dirty="0">
                <a:ea typeface="+mn-lt"/>
                <a:cs typeface="+mn-lt"/>
              </a:rPr>
              <a:t>Сдвиговые регистры</a:t>
            </a:r>
            <a:r>
              <a:rPr lang="ru-RU" dirty="0">
                <a:ea typeface="+mn-lt"/>
                <a:cs typeface="+mn-lt"/>
              </a:rPr>
              <a:t>: В этих регистрах данные сдвигаются на одну позицию влево или вправо при каждом такте, что полезно для реализации операций сдвига или для передачи данных по цепочке.</a:t>
            </a:r>
            <a:endParaRPr lang="ru-RU" dirty="0"/>
          </a:p>
        </p:txBody>
      </p:sp>
      <p:sp>
        <p:nvSpPr>
          <p:cNvPr id="11" name="TextBox 10">
            <a:extLst>
              <a:ext uri="{FF2B5EF4-FFF2-40B4-BE49-F238E27FC236}">
                <a16:creationId xmlns:a16="http://schemas.microsoft.com/office/drawing/2014/main" id="{BFCAEC21-8A09-3EFC-3852-5D4F4AD0E5CE}"/>
              </a:ext>
            </a:extLst>
          </p:cNvPr>
          <p:cNvSpPr txBox="1"/>
          <p:nvPr/>
        </p:nvSpPr>
        <p:spPr>
          <a:xfrm>
            <a:off x="910441" y="4324596"/>
            <a:ext cx="1044039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dirty="0">
                <a:ea typeface="+mn-lt"/>
                <a:cs typeface="+mn-lt"/>
              </a:rPr>
              <a:t>Кроме того, конфигурация триггеров может включать дополнительные элементы, такие как мультиплексоры, которые управляют тем, какой из входных сигналов будет передан в триггер для записи. Это позволяет создавать более сложные схемы, например, регистры с предварительным установлением значений или регистры с возможностью выбора между различными входами. </a:t>
            </a:r>
            <a:endParaRPr lang="ru-RU" dirty="0"/>
          </a:p>
        </p:txBody>
      </p:sp>
    </p:spTree>
    <p:extLst>
      <p:ext uri="{BB962C8B-B14F-4D97-AF65-F5344CB8AC3E}">
        <p14:creationId xmlns:p14="http://schemas.microsoft.com/office/powerpoint/2010/main" val="1420121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3176C-AA35-E50C-C28B-B60ADD3107F0}"/>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6" name="Рукописный ввод 5">
                <a:extLst>
                  <a:ext uri="{FF2B5EF4-FFF2-40B4-BE49-F238E27FC236}">
                    <a16:creationId xmlns:a16="http://schemas.microsoft.com/office/drawing/2014/main" id="{DB2BB4A3-27C0-03EC-2D03-55EFACE54344}"/>
                  </a:ext>
                </a:extLst>
              </p14:cNvPr>
              <p14:cNvContentPartPr/>
              <p14:nvPr/>
            </p14:nvContentPartPr>
            <p14:xfrm>
              <a:off x="5838010" y="589279"/>
              <a:ext cx="1224398" cy="1129939"/>
            </p14:xfrm>
          </p:contentPart>
        </mc:Choice>
        <mc:Fallback>
          <p:pic>
            <p:nvPicPr>
              <p:cNvPr id="6" name="Рукописный ввод 5">
                <a:extLst>
                  <a:ext uri="{FF2B5EF4-FFF2-40B4-BE49-F238E27FC236}">
                    <a16:creationId xmlns:a16="http://schemas.microsoft.com/office/drawing/2014/main" id="{DB2BB4A3-27C0-03EC-2D03-55EFACE54344}"/>
                  </a:ext>
                </a:extLst>
              </p:cNvPr>
              <p:cNvPicPr/>
              <p:nvPr/>
            </p:nvPicPr>
            <p:blipFill>
              <a:blip r:embed="rId3"/>
              <a:stretch>
                <a:fillRect/>
              </a:stretch>
            </p:blipFill>
            <p:spPr>
              <a:xfrm>
                <a:off x="5775027" y="526305"/>
                <a:ext cx="1350005" cy="1255528"/>
              </a:xfrm>
              <a:prstGeom prst="rect">
                <a:avLst/>
              </a:prstGeom>
            </p:spPr>
          </p:pic>
        </mc:Fallback>
      </mc:AlternateContent>
      <p:sp>
        <p:nvSpPr>
          <p:cNvPr id="2" name="Заголовок 1">
            <a:extLst>
              <a:ext uri="{FF2B5EF4-FFF2-40B4-BE49-F238E27FC236}">
                <a16:creationId xmlns:a16="http://schemas.microsoft.com/office/drawing/2014/main" id="{7706F99B-5D52-993D-3655-40AD7C7693E5}"/>
              </a:ext>
            </a:extLst>
          </p:cNvPr>
          <p:cNvSpPr>
            <a:spLocks noGrp="1"/>
          </p:cNvSpPr>
          <p:nvPr>
            <p:ph type="title"/>
          </p:nvPr>
        </p:nvSpPr>
        <p:spPr>
          <a:xfrm>
            <a:off x="838200" y="365125"/>
            <a:ext cx="10421389" cy="930511"/>
          </a:xfrm>
        </p:spPr>
        <p:txBody>
          <a:bodyPr/>
          <a:lstStyle/>
          <a:p>
            <a:r>
              <a:rPr lang="ru-RU" sz="3600" b="1" dirty="0">
                <a:solidFill>
                  <a:srgbClr val="222222"/>
                </a:solidFill>
                <a:latin typeface="Arial"/>
                <a:ea typeface="Calibri"/>
                <a:cs typeface="Arial"/>
              </a:rPr>
              <a:t>Принципы построения схемы регистра </a:t>
            </a:r>
          </a:p>
        </p:txBody>
      </p:sp>
      <p:sp>
        <p:nvSpPr>
          <p:cNvPr id="3" name="Объект 2">
            <a:extLst>
              <a:ext uri="{FF2B5EF4-FFF2-40B4-BE49-F238E27FC236}">
                <a16:creationId xmlns:a16="http://schemas.microsoft.com/office/drawing/2014/main" id="{A9262193-6D7D-5D02-8600-05254F18EB9D}"/>
              </a:ext>
            </a:extLst>
          </p:cNvPr>
          <p:cNvSpPr>
            <a:spLocks noGrp="1"/>
          </p:cNvSpPr>
          <p:nvPr>
            <p:ph idx="1"/>
          </p:nvPr>
        </p:nvSpPr>
        <p:spPr>
          <a:xfrm>
            <a:off x="838200" y="1291236"/>
            <a:ext cx="10527168" cy="921851"/>
          </a:xfrm>
        </p:spPr>
        <p:txBody>
          <a:bodyPr vert="horz" lIns="91440" tIns="45720" rIns="91440" bIns="45720" rtlCol="0" anchor="t">
            <a:normAutofit/>
          </a:bodyPr>
          <a:lstStyle/>
          <a:p>
            <a:pPr>
              <a:buNone/>
            </a:pPr>
            <a:r>
              <a:rPr lang="ru-RU" sz="1800" dirty="0">
                <a:ea typeface="+mn-lt"/>
                <a:cs typeface="+mn-lt"/>
              </a:rPr>
              <a:t>Основной принцип построения схемы регистра заключается в соединении элементов памяти (триггеров) с другими логическими элементами, такими как мультиплексоры, логические вентили или схемы управления. Схема регистров может включать:</a:t>
            </a:r>
            <a:endParaRPr lang="ru-RU" dirty="0"/>
          </a:p>
        </p:txBody>
      </p:sp>
      <p:sp>
        <p:nvSpPr>
          <p:cNvPr id="5" name="TextBox 4">
            <a:extLst>
              <a:ext uri="{FF2B5EF4-FFF2-40B4-BE49-F238E27FC236}">
                <a16:creationId xmlns:a16="http://schemas.microsoft.com/office/drawing/2014/main" id="{F7695C9C-291A-EE18-FD99-7ED4C5992CF9}"/>
              </a:ext>
            </a:extLst>
          </p:cNvPr>
          <p:cNvSpPr txBox="1"/>
          <p:nvPr/>
        </p:nvSpPr>
        <p:spPr>
          <a:xfrm>
            <a:off x="1039091" y="2295896"/>
            <a:ext cx="1013361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ru-RU" b="1" i="1" dirty="0">
                <a:ea typeface="+mn-lt"/>
                <a:cs typeface="+mn-lt"/>
              </a:rPr>
              <a:t>Схему управления</a:t>
            </a:r>
            <a:r>
              <a:rPr lang="ru-RU" dirty="0">
                <a:ea typeface="+mn-lt"/>
                <a:cs typeface="+mn-lt"/>
              </a:rPr>
              <a:t>: Для синхронизации работы регистров, чтобы данные записывались и считывались в нужный момент времени. </a:t>
            </a:r>
            <a:endParaRPr lang="ru-RU" dirty="0"/>
          </a:p>
          <a:p>
            <a:pPr marL="285750" indent="-285750">
              <a:buFont typeface="Arial"/>
              <a:buChar char="•"/>
            </a:pPr>
            <a:r>
              <a:rPr lang="ru-RU" b="1" i="1" dirty="0">
                <a:ea typeface="+mn-lt"/>
                <a:cs typeface="+mn-lt"/>
              </a:rPr>
              <a:t>Интерфейс с внешними устройствами</a:t>
            </a:r>
            <a:r>
              <a:rPr lang="ru-RU" dirty="0">
                <a:ea typeface="+mn-lt"/>
                <a:cs typeface="+mn-lt"/>
              </a:rPr>
              <a:t>: Регистры часто соединяются с другими частями схемы, такими как процессор, память или периферийные устройства. Схема подключения может включать входные и выходные линии, а также механизмы для синхронизации и управления потоком данных. </a:t>
            </a:r>
            <a:endParaRPr lang="ru-RU"/>
          </a:p>
          <a:p>
            <a:pPr marL="285750" indent="-285750">
              <a:buFont typeface="Arial"/>
              <a:buChar char="•"/>
            </a:pPr>
            <a:r>
              <a:rPr lang="ru-RU" b="1" i="1" dirty="0">
                <a:ea typeface="+mn-lt"/>
                <a:cs typeface="+mn-lt"/>
              </a:rPr>
              <a:t>Логические элементы</a:t>
            </a:r>
            <a:r>
              <a:rPr lang="ru-RU" dirty="0">
                <a:ea typeface="+mn-lt"/>
                <a:cs typeface="+mn-lt"/>
              </a:rPr>
              <a:t>: В зависимости от типа регистра, в его схеме могут использоваться различные логические элементы для выполнения операций сдвига, выбора входных данных или других функций. </a:t>
            </a:r>
            <a:endParaRPr lang="ru-RU" dirty="0"/>
          </a:p>
        </p:txBody>
      </p:sp>
      <p:sp>
        <p:nvSpPr>
          <p:cNvPr id="7" name="TextBox 6">
            <a:extLst>
              <a:ext uri="{FF2B5EF4-FFF2-40B4-BE49-F238E27FC236}">
                <a16:creationId xmlns:a16="http://schemas.microsoft.com/office/drawing/2014/main" id="{981E3A46-EFA0-6B3A-5B04-9943FF3FF7F3}"/>
              </a:ext>
            </a:extLst>
          </p:cNvPr>
          <p:cNvSpPr txBox="1"/>
          <p:nvPr/>
        </p:nvSpPr>
        <p:spPr>
          <a:xfrm>
            <a:off x="1039091" y="5136078"/>
            <a:ext cx="10133609" cy="646331"/>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dirty="0">
                <a:solidFill>
                  <a:srgbClr val="222222"/>
                </a:solidFill>
                <a:latin typeface="Arial"/>
                <a:cs typeface="Arial"/>
              </a:rPr>
              <a:t>Конечная цель — создать схему, которая будет эффективно выполнять все необходимые операции с данными, будь то запись, считывание, сдвиг или управление данными.</a:t>
            </a:r>
            <a:endParaRPr lang="ru-RU" dirty="0"/>
          </a:p>
        </p:txBody>
      </p:sp>
    </p:spTree>
    <p:extLst>
      <p:ext uri="{BB962C8B-B14F-4D97-AF65-F5344CB8AC3E}">
        <p14:creationId xmlns:p14="http://schemas.microsoft.com/office/powerpoint/2010/main" val="1302171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ECD80-6D32-7600-EAAB-D213BA6E867B}"/>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6" name="Рукописный ввод 5">
                <a:extLst>
                  <a:ext uri="{FF2B5EF4-FFF2-40B4-BE49-F238E27FC236}">
                    <a16:creationId xmlns:a16="http://schemas.microsoft.com/office/drawing/2014/main" id="{43B3BF5B-6678-076F-000B-C641B0B6900B}"/>
                  </a:ext>
                </a:extLst>
              </p14:cNvPr>
              <p14:cNvContentPartPr/>
              <p14:nvPr/>
            </p14:nvContentPartPr>
            <p14:xfrm>
              <a:off x="5838010" y="589279"/>
              <a:ext cx="1224398" cy="1129939"/>
            </p14:xfrm>
          </p:contentPart>
        </mc:Choice>
        <mc:Fallback>
          <p:pic>
            <p:nvPicPr>
              <p:cNvPr id="6" name="Рукописный ввод 5">
                <a:extLst>
                  <a:ext uri="{FF2B5EF4-FFF2-40B4-BE49-F238E27FC236}">
                    <a16:creationId xmlns:a16="http://schemas.microsoft.com/office/drawing/2014/main" id="{43B3BF5B-6678-076F-000B-C641B0B6900B}"/>
                  </a:ext>
                </a:extLst>
              </p:cNvPr>
              <p:cNvPicPr/>
              <p:nvPr/>
            </p:nvPicPr>
            <p:blipFill>
              <a:blip r:embed="rId3"/>
              <a:stretch>
                <a:fillRect/>
              </a:stretch>
            </p:blipFill>
            <p:spPr>
              <a:xfrm>
                <a:off x="5775027" y="526305"/>
                <a:ext cx="1350005" cy="1255528"/>
              </a:xfrm>
              <a:prstGeom prst="rect">
                <a:avLst/>
              </a:prstGeom>
            </p:spPr>
          </p:pic>
        </mc:Fallback>
      </mc:AlternateContent>
      <p:sp>
        <p:nvSpPr>
          <p:cNvPr id="2" name="Заголовок 1">
            <a:extLst>
              <a:ext uri="{FF2B5EF4-FFF2-40B4-BE49-F238E27FC236}">
                <a16:creationId xmlns:a16="http://schemas.microsoft.com/office/drawing/2014/main" id="{B8FDB828-A1E5-34E6-AFBF-96B64D08DE83}"/>
              </a:ext>
            </a:extLst>
          </p:cNvPr>
          <p:cNvSpPr>
            <a:spLocks noGrp="1"/>
          </p:cNvSpPr>
          <p:nvPr>
            <p:ph type="title"/>
          </p:nvPr>
        </p:nvSpPr>
        <p:spPr>
          <a:xfrm>
            <a:off x="838200" y="365125"/>
            <a:ext cx="6126480" cy="791966"/>
          </a:xfrm>
        </p:spPr>
        <p:txBody>
          <a:bodyPr/>
          <a:lstStyle/>
          <a:p>
            <a:r>
              <a:rPr lang="ru-RU" sz="3200" b="1" dirty="0">
                <a:solidFill>
                  <a:srgbClr val="222222"/>
                </a:solidFill>
                <a:latin typeface="Arial"/>
                <a:ea typeface="Calibri"/>
                <a:cs typeface="Arial"/>
              </a:rPr>
              <a:t>Схема сдвигового регистра </a:t>
            </a:r>
            <a:endParaRPr lang="ru-RU" sz="3200" b="1" i="1" dirty="0">
              <a:latin typeface="Aptos Display"/>
              <a:ea typeface="Calibri"/>
              <a:cs typeface="Calibri"/>
            </a:endParaRPr>
          </a:p>
        </p:txBody>
      </p:sp>
      <p:sp>
        <p:nvSpPr>
          <p:cNvPr id="3" name="Объект 2">
            <a:extLst>
              <a:ext uri="{FF2B5EF4-FFF2-40B4-BE49-F238E27FC236}">
                <a16:creationId xmlns:a16="http://schemas.microsoft.com/office/drawing/2014/main" id="{82E60A5E-5870-EC74-0ADC-0FCF09FE804A}"/>
              </a:ext>
            </a:extLst>
          </p:cNvPr>
          <p:cNvSpPr>
            <a:spLocks noGrp="1"/>
          </p:cNvSpPr>
          <p:nvPr>
            <p:ph idx="1"/>
          </p:nvPr>
        </p:nvSpPr>
        <p:spPr>
          <a:xfrm>
            <a:off x="838200" y="1152690"/>
            <a:ext cx="10527168" cy="1822396"/>
          </a:xfrm>
        </p:spPr>
        <p:txBody>
          <a:bodyPr vert="horz" lIns="91440" tIns="45720" rIns="91440" bIns="45720" rtlCol="0" anchor="t">
            <a:normAutofit/>
          </a:bodyPr>
          <a:lstStyle/>
          <a:p>
            <a:pPr>
              <a:buNone/>
            </a:pPr>
            <a:r>
              <a:rPr lang="ru-RU" sz="2000" b="1" i="1" dirty="0">
                <a:ea typeface="+mn-lt"/>
                <a:cs typeface="+mn-lt"/>
              </a:rPr>
              <a:t>Сдвиговый регистр</a:t>
            </a:r>
            <a:r>
              <a:rPr lang="ru-RU" sz="2000" dirty="0">
                <a:ea typeface="+mn-lt"/>
                <a:cs typeface="+mn-lt"/>
              </a:rPr>
              <a:t> — это тип цифрового регистра, в котором данные могут передаваться по цепочке триггеров, сдвигаясь на одну или несколько позиций за каждый такт. Это устройство позволяет манипулировать данными с помощью сдвига битов влево или вправо. Сдвиговые регистры часто используются в операциях умножения и деления на степени двойки, а также в различных алгоритмах обработки сигналов. </a:t>
            </a:r>
            <a:endParaRPr lang="ru-RU" sz="2000">
              <a:ea typeface="+mn-lt"/>
              <a:cs typeface="+mn-lt"/>
            </a:endParaRPr>
          </a:p>
          <a:p>
            <a:pPr marL="0" indent="0">
              <a:buNone/>
            </a:pPr>
            <a:endParaRPr lang="ru-RU" sz="3200" dirty="0">
              <a:latin typeface="Calibri"/>
              <a:ea typeface="Calibri"/>
              <a:cs typeface="Calibri"/>
            </a:endParaRPr>
          </a:p>
        </p:txBody>
      </p:sp>
      <p:pic>
        <p:nvPicPr>
          <p:cNvPr id="5" name="Рисунок 4" descr="Изображение выглядит как текст, диаграмма, Шрифт, число&#10;&#10;Содержимое, созданное искусственным интеллектом, может быть неверным.">
            <a:extLst>
              <a:ext uri="{FF2B5EF4-FFF2-40B4-BE49-F238E27FC236}">
                <a16:creationId xmlns:a16="http://schemas.microsoft.com/office/drawing/2014/main" id="{E57B07A0-C7FD-BA0A-9509-356F6BA6B1DD}"/>
              </a:ext>
            </a:extLst>
          </p:cNvPr>
          <p:cNvPicPr>
            <a:picLocks noChangeAspect="1"/>
          </p:cNvPicPr>
          <p:nvPr/>
        </p:nvPicPr>
        <p:blipFill>
          <a:blip r:embed="rId4"/>
          <a:stretch>
            <a:fillRect/>
          </a:stretch>
        </p:blipFill>
        <p:spPr>
          <a:xfrm>
            <a:off x="2889661" y="2987448"/>
            <a:ext cx="5888184" cy="3713390"/>
          </a:xfrm>
          <a:prstGeom prst="rect">
            <a:avLst/>
          </a:prstGeom>
        </p:spPr>
      </p:pic>
    </p:spTree>
    <p:extLst>
      <p:ext uri="{BB962C8B-B14F-4D97-AF65-F5344CB8AC3E}">
        <p14:creationId xmlns:p14="http://schemas.microsoft.com/office/powerpoint/2010/main" val="2392780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F5B30-BB37-FAD1-4346-4BAE66DC39A1}"/>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6" name="Рукописный ввод 5">
                <a:extLst>
                  <a:ext uri="{FF2B5EF4-FFF2-40B4-BE49-F238E27FC236}">
                    <a16:creationId xmlns:a16="http://schemas.microsoft.com/office/drawing/2014/main" id="{D1D28A97-597A-CDDB-0D7F-8D5B6A549405}"/>
                  </a:ext>
                </a:extLst>
              </p14:cNvPr>
              <p14:cNvContentPartPr/>
              <p14:nvPr/>
            </p14:nvContentPartPr>
            <p14:xfrm>
              <a:off x="5838010" y="589279"/>
              <a:ext cx="1224398" cy="1129939"/>
            </p14:xfrm>
          </p:contentPart>
        </mc:Choice>
        <mc:Fallback>
          <p:pic>
            <p:nvPicPr>
              <p:cNvPr id="6" name="Рукописный ввод 5">
                <a:extLst>
                  <a:ext uri="{FF2B5EF4-FFF2-40B4-BE49-F238E27FC236}">
                    <a16:creationId xmlns:a16="http://schemas.microsoft.com/office/drawing/2014/main" id="{D1D28A97-597A-CDDB-0D7F-8D5B6A549405}"/>
                  </a:ext>
                </a:extLst>
              </p:cNvPr>
              <p:cNvPicPr/>
              <p:nvPr/>
            </p:nvPicPr>
            <p:blipFill>
              <a:blip r:embed="rId3"/>
              <a:stretch>
                <a:fillRect/>
              </a:stretch>
            </p:blipFill>
            <p:spPr>
              <a:xfrm>
                <a:off x="5775027" y="526305"/>
                <a:ext cx="1350005" cy="1255528"/>
              </a:xfrm>
              <a:prstGeom prst="rect">
                <a:avLst/>
              </a:prstGeom>
            </p:spPr>
          </p:pic>
        </mc:Fallback>
      </mc:AlternateContent>
      <p:sp>
        <p:nvSpPr>
          <p:cNvPr id="2" name="Заголовок 1">
            <a:extLst>
              <a:ext uri="{FF2B5EF4-FFF2-40B4-BE49-F238E27FC236}">
                <a16:creationId xmlns:a16="http://schemas.microsoft.com/office/drawing/2014/main" id="{62D21DC3-48A2-04AE-98E6-FFBA1F2E256A}"/>
              </a:ext>
            </a:extLst>
          </p:cNvPr>
          <p:cNvSpPr>
            <a:spLocks noGrp="1"/>
          </p:cNvSpPr>
          <p:nvPr>
            <p:ph type="title"/>
          </p:nvPr>
        </p:nvSpPr>
        <p:spPr>
          <a:xfrm>
            <a:off x="838200" y="365125"/>
            <a:ext cx="10470870" cy="791966"/>
          </a:xfrm>
        </p:spPr>
        <p:txBody>
          <a:bodyPr/>
          <a:lstStyle/>
          <a:p>
            <a:r>
              <a:rPr lang="ru-RU" sz="4000" b="1" i="1" dirty="0">
                <a:ea typeface="+mj-lt"/>
                <a:cs typeface="+mj-lt"/>
              </a:rPr>
              <a:t> </a:t>
            </a:r>
            <a:r>
              <a:rPr lang="ru-RU" sz="2800" b="1" dirty="0">
                <a:solidFill>
                  <a:srgbClr val="222222"/>
                </a:solidFill>
                <a:latin typeface="Arial"/>
                <a:ea typeface="+mj-lt"/>
                <a:cs typeface="Arial"/>
              </a:rPr>
              <a:t>Принцип работы сдвигового регистра </a:t>
            </a:r>
            <a:endParaRPr lang="ru-RU" sz="2800" b="1">
              <a:latin typeface="Calibri"/>
              <a:ea typeface="Calibri"/>
              <a:cs typeface="Calibri"/>
            </a:endParaRPr>
          </a:p>
        </p:txBody>
      </p:sp>
      <p:sp>
        <p:nvSpPr>
          <p:cNvPr id="3" name="Объект 2">
            <a:extLst>
              <a:ext uri="{FF2B5EF4-FFF2-40B4-BE49-F238E27FC236}">
                <a16:creationId xmlns:a16="http://schemas.microsoft.com/office/drawing/2014/main" id="{84913D6B-0CA6-6111-47B5-5E951777CD3E}"/>
              </a:ext>
            </a:extLst>
          </p:cNvPr>
          <p:cNvSpPr>
            <a:spLocks noGrp="1"/>
          </p:cNvSpPr>
          <p:nvPr>
            <p:ph idx="1"/>
          </p:nvPr>
        </p:nvSpPr>
        <p:spPr>
          <a:xfrm>
            <a:off x="838200" y="1152690"/>
            <a:ext cx="10477688" cy="1129668"/>
          </a:xfrm>
        </p:spPr>
        <p:txBody>
          <a:bodyPr vert="horz" lIns="91440" tIns="45720" rIns="91440" bIns="45720" rtlCol="0" anchor="t">
            <a:noAutofit/>
          </a:bodyPr>
          <a:lstStyle/>
          <a:p>
            <a:pPr>
              <a:buNone/>
            </a:pPr>
            <a:r>
              <a:rPr lang="ru-RU" sz="1800" dirty="0">
                <a:solidFill>
                  <a:srgbClr val="222222"/>
                </a:solidFill>
                <a:ea typeface="+mn-lt"/>
                <a:cs typeface="+mn-lt"/>
              </a:rPr>
              <a:t>Сдвиговый регистр состоит из последовательности триггеров, каждый из которых хранит один бит данных. Данные, поступающие в первый триггер, передаются по цепочке на следующие триггеры в зависимости от направления сдвига. При каждом такте сдвигового регистра данные «сдвигаются» влево или вправо. </a:t>
            </a:r>
            <a:endParaRPr lang="ru-RU" sz="1800"/>
          </a:p>
        </p:txBody>
      </p:sp>
      <p:sp>
        <p:nvSpPr>
          <p:cNvPr id="5" name="TextBox 4">
            <a:extLst>
              <a:ext uri="{FF2B5EF4-FFF2-40B4-BE49-F238E27FC236}">
                <a16:creationId xmlns:a16="http://schemas.microsoft.com/office/drawing/2014/main" id="{F9482143-8187-CBEE-75B9-805F72C6F350}"/>
              </a:ext>
            </a:extLst>
          </p:cNvPr>
          <p:cNvSpPr txBox="1"/>
          <p:nvPr/>
        </p:nvSpPr>
        <p:spPr>
          <a:xfrm>
            <a:off x="1019298" y="2513610"/>
            <a:ext cx="10291947"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ru-RU" b="1" i="1" dirty="0">
                <a:solidFill>
                  <a:srgbClr val="222222"/>
                </a:solidFill>
                <a:latin typeface="Arial"/>
                <a:cs typeface="Arial"/>
              </a:rPr>
              <a:t>Сдвиг влево</a:t>
            </a:r>
            <a:r>
              <a:rPr lang="ru-RU" dirty="0">
                <a:solidFill>
                  <a:srgbClr val="222222"/>
                </a:solidFill>
                <a:latin typeface="Arial"/>
                <a:cs typeface="Arial"/>
              </a:rPr>
              <a:t>: Биты данных перемещаются влево, и пустое место на выходе заполняется значением ноль или другим значением, заданным схемой. </a:t>
            </a:r>
            <a:endParaRPr lang="ru-RU">
              <a:solidFill>
                <a:srgbClr val="000000"/>
              </a:solidFill>
              <a:latin typeface="Aptos" panose="020B0004020202020204"/>
              <a:cs typeface="Arial"/>
            </a:endParaRPr>
          </a:p>
          <a:p>
            <a:pPr marL="171450" indent="-171450">
              <a:buFont typeface="Arial"/>
              <a:buChar char="•"/>
            </a:pPr>
            <a:r>
              <a:rPr lang="ru-RU" b="1" i="1" dirty="0">
                <a:solidFill>
                  <a:srgbClr val="222222"/>
                </a:solidFill>
                <a:latin typeface="Arial"/>
                <a:cs typeface="Arial"/>
              </a:rPr>
              <a:t>Сдвиг вправо</a:t>
            </a:r>
            <a:r>
              <a:rPr lang="ru-RU" dirty="0">
                <a:solidFill>
                  <a:srgbClr val="222222"/>
                </a:solidFill>
                <a:latin typeface="Arial"/>
                <a:cs typeface="Arial"/>
              </a:rPr>
              <a:t>: Биты данных перемещаются вправо, и пустое место на входе может быть заполнено </a:t>
            </a:r>
            <a:r>
              <a:rPr lang="ru-RU">
                <a:solidFill>
                  <a:srgbClr val="222222"/>
                </a:solidFill>
                <a:latin typeface="Arial"/>
                <a:cs typeface="Arial"/>
              </a:rPr>
              <a:t>нулем или другим значением</a:t>
            </a:r>
            <a:endParaRPr lang="ru-RU">
              <a:solidFill>
                <a:srgbClr val="000000"/>
              </a:solidFill>
              <a:latin typeface="Aptos" panose="020B0004020202020204"/>
              <a:cs typeface="Arial"/>
            </a:endParaRPr>
          </a:p>
          <a:p>
            <a:pPr marL="171450" indent="-171450">
              <a:buFont typeface="Arial"/>
              <a:buChar char="•"/>
            </a:pPr>
            <a:endParaRPr lang="ru-RU" sz="1600" dirty="0">
              <a:solidFill>
                <a:srgbClr val="222222"/>
              </a:solidFill>
              <a:latin typeface="Arial"/>
              <a:cs typeface="Arial"/>
            </a:endParaRPr>
          </a:p>
          <a:p>
            <a:r>
              <a:rPr lang="ru-RU" dirty="0">
                <a:solidFill>
                  <a:srgbClr val="222222"/>
                </a:solidFill>
                <a:latin typeface="Arial"/>
                <a:cs typeface="Arial"/>
              </a:rPr>
              <a:t>Сдвиговый регистр может быть использован для последовательной передачи данных, а также для выполнения операций сдвига для различных алгоритмов.</a:t>
            </a:r>
          </a:p>
        </p:txBody>
      </p:sp>
    </p:spTree>
    <p:extLst>
      <p:ext uri="{BB962C8B-B14F-4D97-AF65-F5344CB8AC3E}">
        <p14:creationId xmlns:p14="http://schemas.microsoft.com/office/powerpoint/2010/main" val="440002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65D71-09E5-AB34-518F-32ABF0B471EB}"/>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6" name="Рукописный ввод 5">
                <a:extLst>
                  <a:ext uri="{FF2B5EF4-FFF2-40B4-BE49-F238E27FC236}">
                    <a16:creationId xmlns:a16="http://schemas.microsoft.com/office/drawing/2014/main" id="{D8BE48BB-CDF6-A2AA-C182-B6397E6D3F65}"/>
                  </a:ext>
                </a:extLst>
              </p14:cNvPr>
              <p14:cNvContentPartPr/>
              <p14:nvPr/>
            </p14:nvContentPartPr>
            <p14:xfrm>
              <a:off x="5838010" y="589279"/>
              <a:ext cx="1224398" cy="1129939"/>
            </p14:xfrm>
          </p:contentPart>
        </mc:Choice>
        <mc:Fallback>
          <p:pic>
            <p:nvPicPr>
              <p:cNvPr id="6" name="Рукописный ввод 5">
                <a:extLst>
                  <a:ext uri="{FF2B5EF4-FFF2-40B4-BE49-F238E27FC236}">
                    <a16:creationId xmlns:a16="http://schemas.microsoft.com/office/drawing/2014/main" id="{D8BE48BB-CDF6-A2AA-C182-B6397E6D3F65}"/>
                  </a:ext>
                </a:extLst>
              </p:cNvPr>
              <p:cNvPicPr/>
              <p:nvPr/>
            </p:nvPicPr>
            <p:blipFill>
              <a:blip r:embed="rId3"/>
              <a:stretch>
                <a:fillRect/>
              </a:stretch>
            </p:blipFill>
            <p:spPr>
              <a:xfrm>
                <a:off x="5775027" y="526305"/>
                <a:ext cx="1350005" cy="1255528"/>
              </a:xfrm>
              <a:prstGeom prst="rect">
                <a:avLst/>
              </a:prstGeom>
            </p:spPr>
          </p:pic>
        </mc:Fallback>
      </mc:AlternateContent>
      <p:sp>
        <p:nvSpPr>
          <p:cNvPr id="2" name="Заголовок 1">
            <a:extLst>
              <a:ext uri="{FF2B5EF4-FFF2-40B4-BE49-F238E27FC236}">
                <a16:creationId xmlns:a16="http://schemas.microsoft.com/office/drawing/2014/main" id="{D33788AE-CAD8-3987-A5BD-C8722BE94343}"/>
              </a:ext>
            </a:extLst>
          </p:cNvPr>
          <p:cNvSpPr>
            <a:spLocks noGrp="1"/>
          </p:cNvSpPr>
          <p:nvPr>
            <p:ph type="title"/>
          </p:nvPr>
        </p:nvSpPr>
        <p:spPr>
          <a:xfrm>
            <a:off x="838200" y="365125"/>
            <a:ext cx="10470870" cy="791966"/>
          </a:xfrm>
        </p:spPr>
        <p:txBody>
          <a:bodyPr>
            <a:normAutofit/>
          </a:bodyPr>
          <a:lstStyle/>
          <a:p>
            <a:r>
              <a:rPr lang="ru-RU" sz="2800" b="1" dirty="0">
                <a:solidFill>
                  <a:srgbClr val="222222"/>
                </a:solidFill>
                <a:latin typeface="Arial"/>
                <a:ea typeface="Calibri"/>
                <a:cs typeface="Arial"/>
              </a:rPr>
              <a:t>Виды сдвиговых регистров: сдвиг влево и вправо</a:t>
            </a:r>
            <a:endParaRPr lang="ru-RU" sz="2400" b="1" dirty="0"/>
          </a:p>
        </p:txBody>
      </p:sp>
      <p:sp>
        <p:nvSpPr>
          <p:cNvPr id="3" name="Объект 2">
            <a:extLst>
              <a:ext uri="{FF2B5EF4-FFF2-40B4-BE49-F238E27FC236}">
                <a16:creationId xmlns:a16="http://schemas.microsoft.com/office/drawing/2014/main" id="{D57D9416-A21D-962D-B47F-319575FB6760}"/>
              </a:ext>
            </a:extLst>
          </p:cNvPr>
          <p:cNvSpPr>
            <a:spLocks noGrp="1"/>
          </p:cNvSpPr>
          <p:nvPr>
            <p:ph idx="1"/>
          </p:nvPr>
        </p:nvSpPr>
        <p:spPr>
          <a:xfrm>
            <a:off x="838200" y="1152690"/>
            <a:ext cx="10477688" cy="347876"/>
          </a:xfrm>
        </p:spPr>
        <p:txBody>
          <a:bodyPr vert="horz" lIns="91440" tIns="45720" rIns="91440" bIns="45720" rtlCol="0" anchor="t">
            <a:noAutofit/>
          </a:bodyPr>
          <a:lstStyle/>
          <a:p>
            <a:pPr>
              <a:buNone/>
            </a:pPr>
            <a:r>
              <a:rPr lang="ru-RU" sz="1800" dirty="0">
                <a:solidFill>
                  <a:srgbClr val="222222"/>
                </a:solidFill>
                <a:latin typeface="Arial"/>
                <a:ea typeface="+mn-lt"/>
                <a:cs typeface="Arial"/>
              </a:rPr>
              <a:t>Сдвиговые регистры можно классифицировать по направлению сдвига:</a:t>
            </a:r>
            <a:endParaRPr lang="ru-RU" sz="1800" dirty="0"/>
          </a:p>
        </p:txBody>
      </p:sp>
      <p:sp>
        <p:nvSpPr>
          <p:cNvPr id="5" name="TextBox 4">
            <a:extLst>
              <a:ext uri="{FF2B5EF4-FFF2-40B4-BE49-F238E27FC236}">
                <a16:creationId xmlns:a16="http://schemas.microsoft.com/office/drawing/2014/main" id="{B0EC53E0-2D84-A997-75ED-4D46D8E3CF7B}"/>
              </a:ext>
            </a:extLst>
          </p:cNvPr>
          <p:cNvSpPr txBox="1"/>
          <p:nvPr/>
        </p:nvSpPr>
        <p:spPr>
          <a:xfrm>
            <a:off x="841168" y="1712026"/>
            <a:ext cx="1029194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ru-RU" b="1" i="1" dirty="0">
                <a:solidFill>
                  <a:srgbClr val="222222"/>
                </a:solidFill>
                <a:latin typeface="Arial"/>
                <a:cs typeface="Arial"/>
              </a:rPr>
              <a:t>Сдвиг влево</a:t>
            </a:r>
            <a:r>
              <a:rPr lang="ru-RU" dirty="0">
                <a:solidFill>
                  <a:srgbClr val="222222"/>
                </a:solidFill>
                <a:latin typeface="Arial"/>
                <a:cs typeface="Arial"/>
              </a:rPr>
              <a:t>: Каждый бит данных перемещается на одну позицию влево. Например, если регистр хранит 4 бита данных 1101, то после одного сдвига влево оно превратится в 1010. </a:t>
            </a:r>
          </a:p>
          <a:p>
            <a:endParaRPr lang="ru-RU" dirty="0">
              <a:solidFill>
                <a:srgbClr val="222222"/>
              </a:solidFill>
              <a:latin typeface="Arial"/>
              <a:cs typeface="Arial"/>
            </a:endParaRPr>
          </a:p>
          <a:p>
            <a:pPr marL="171450" indent="-171450">
              <a:buFont typeface="Arial"/>
              <a:buChar char="•"/>
            </a:pPr>
            <a:r>
              <a:rPr lang="ru-RU" b="1" i="1" dirty="0">
                <a:solidFill>
                  <a:srgbClr val="222222"/>
                </a:solidFill>
                <a:latin typeface="Arial"/>
                <a:cs typeface="Arial"/>
              </a:rPr>
              <a:t>Сдвиг вправо</a:t>
            </a:r>
            <a:r>
              <a:rPr lang="ru-RU" dirty="0">
                <a:solidFill>
                  <a:srgbClr val="222222"/>
                </a:solidFill>
                <a:latin typeface="Arial"/>
                <a:cs typeface="Arial"/>
              </a:rPr>
              <a:t>: Каждый бит данных перемещается на одну позицию вправо. Например, для данных 1101 сдвиг вправо приведет к 0110. </a:t>
            </a:r>
          </a:p>
          <a:p>
            <a:endParaRPr lang="ru-RU" dirty="0">
              <a:solidFill>
                <a:srgbClr val="222222"/>
              </a:solidFill>
              <a:latin typeface="Arial"/>
              <a:cs typeface="Arial"/>
            </a:endParaRPr>
          </a:p>
          <a:p>
            <a:r>
              <a:rPr lang="ru-RU" dirty="0">
                <a:solidFill>
                  <a:srgbClr val="222222"/>
                </a:solidFill>
                <a:latin typeface="Arial"/>
                <a:cs typeface="Arial"/>
              </a:rPr>
              <a:t>Кроме того, существуют сдвиговые регистры с возможностью сдвига в обе стороны — </a:t>
            </a:r>
            <a:r>
              <a:rPr lang="ru-RU" b="1" i="1" dirty="0">
                <a:solidFill>
                  <a:srgbClr val="222222"/>
                </a:solidFill>
                <a:latin typeface="Arial"/>
                <a:cs typeface="Arial"/>
              </a:rPr>
              <a:t>двунаправленные регистры</a:t>
            </a:r>
            <a:r>
              <a:rPr lang="ru-RU" dirty="0">
                <a:solidFill>
                  <a:srgbClr val="222222"/>
                </a:solidFill>
                <a:latin typeface="Arial"/>
                <a:cs typeface="Arial"/>
              </a:rPr>
              <a:t>. </a:t>
            </a:r>
          </a:p>
        </p:txBody>
      </p:sp>
    </p:spTree>
    <p:extLst>
      <p:ext uri="{BB962C8B-B14F-4D97-AF65-F5344CB8AC3E}">
        <p14:creationId xmlns:p14="http://schemas.microsoft.com/office/powerpoint/2010/main" val="96125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2C641-C9A0-F568-D132-E8C3C5330912}"/>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6" name="Рукописный ввод 5">
                <a:extLst>
                  <a:ext uri="{FF2B5EF4-FFF2-40B4-BE49-F238E27FC236}">
                    <a16:creationId xmlns:a16="http://schemas.microsoft.com/office/drawing/2014/main" id="{C163AE68-AB20-DAA1-CDDB-E955B4A72F62}"/>
                  </a:ext>
                </a:extLst>
              </p14:cNvPr>
              <p14:cNvContentPartPr/>
              <p14:nvPr/>
            </p14:nvContentPartPr>
            <p14:xfrm>
              <a:off x="5838010" y="589279"/>
              <a:ext cx="1224398" cy="1129939"/>
            </p14:xfrm>
          </p:contentPart>
        </mc:Choice>
        <mc:Fallback>
          <p:pic>
            <p:nvPicPr>
              <p:cNvPr id="6" name="Рукописный ввод 5">
                <a:extLst>
                  <a:ext uri="{FF2B5EF4-FFF2-40B4-BE49-F238E27FC236}">
                    <a16:creationId xmlns:a16="http://schemas.microsoft.com/office/drawing/2014/main" id="{C163AE68-AB20-DAA1-CDDB-E955B4A72F62}"/>
                  </a:ext>
                </a:extLst>
              </p:cNvPr>
              <p:cNvPicPr/>
              <p:nvPr/>
            </p:nvPicPr>
            <p:blipFill>
              <a:blip r:embed="rId3"/>
              <a:stretch>
                <a:fillRect/>
              </a:stretch>
            </p:blipFill>
            <p:spPr>
              <a:xfrm>
                <a:off x="5775027" y="526305"/>
                <a:ext cx="1350005" cy="1255528"/>
              </a:xfrm>
              <a:prstGeom prst="rect">
                <a:avLst/>
              </a:prstGeom>
            </p:spPr>
          </p:pic>
        </mc:Fallback>
      </mc:AlternateContent>
      <p:sp>
        <p:nvSpPr>
          <p:cNvPr id="2" name="Заголовок 1">
            <a:extLst>
              <a:ext uri="{FF2B5EF4-FFF2-40B4-BE49-F238E27FC236}">
                <a16:creationId xmlns:a16="http://schemas.microsoft.com/office/drawing/2014/main" id="{D570E8A7-3361-10C4-214C-C3B517B251D8}"/>
              </a:ext>
            </a:extLst>
          </p:cNvPr>
          <p:cNvSpPr>
            <a:spLocks noGrp="1"/>
          </p:cNvSpPr>
          <p:nvPr>
            <p:ph type="title"/>
          </p:nvPr>
        </p:nvSpPr>
        <p:spPr>
          <a:xfrm>
            <a:off x="838200" y="365125"/>
            <a:ext cx="10470870" cy="791966"/>
          </a:xfrm>
        </p:spPr>
        <p:txBody>
          <a:bodyPr vert="horz" lIns="91440" tIns="45720" rIns="91440" bIns="45720" rtlCol="0" anchor="ctr">
            <a:noAutofit/>
          </a:bodyPr>
          <a:lstStyle/>
          <a:p>
            <a:r>
              <a:rPr lang="ru-RU" sz="3600" b="1" dirty="0">
                <a:solidFill>
                  <a:srgbClr val="222222"/>
                </a:solidFill>
                <a:latin typeface="Arial"/>
                <a:ea typeface="+mj-lt"/>
                <a:cs typeface="Arial"/>
              </a:rPr>
              <a:t>Применение в устройствах</a:t>
            </a:r>
            <a:endParaRPr lang="ru-RU" sz="2800" b="1" dirty="0">
              <a:latin typeface="Calibri"/>
              <a:ea typeface="Calibri"/>
              <a:cs typeface="Calibri"/>
            </a:endParaRPr>
          </a:p>
        </p:txBody>
      </p:sp>
      <p:sp>
        <p:nvSpPr>
          <p:cNvPr id="3" name="Объект 2">
            <a:extLst>
              <a:ext uri="{FF2B5EF4-FFF2-40B4-BE49-F238E27FC236}">
                <a16:creationId xmlns:a16="http://schemas.microsoft.com/office/drawing/2014/main" id="{C0A036CE-359B-50AE-0E47-ECFBBFEBC122}"/>
              </a:ext>
            </a:extLst>
          </p:cNvPr>
          <p:cNvSpPr>
            <a:spLocks noGrp="1"/>
          </p:cNvSpPr>
          <p:nvPr>
            <p:ph idx="1"/>
          </p:nvPr>
        </p:nvSpPr>
        <p:spPr>
          <a:xfrm>
            <a:off x="838200" y="1152690"/>
            <a:ext cx="10477688" cy="5338810"/>
          </a:xfrm>
        </p:spPr>
        <p:txBody>
          <a:bodyPr vert="horz" lIns="91440" tIns="45720" rIns="91440" bIns="45720" rtlCol="0" anchor="t">
            <a:noAutofit/>
          </a:bodyPr>
          <a:lstStyle/>
          <a:p>
            <a:pPr>
              <a:buNone/>
            </a:pPr>
            <a:r>
              <a:rPr lang="ru-RU" sz="1800" dirty="0">
                <a:solidFill>
                  <a:srgbClr val="222222"/>
                </a:solidFill>
                <a:ea typeface="+mn-lt"/>
                <a:cs typeface="+mn-lt"/>
              </a:rPr>
              <a:t>Сдвиговые регистры применяются в различных цифровых устройствах: </a:t>
            </a:r>
            <a:endParaRPr lang="ru-RU" dirty="0"/>
          </a:p>
          <a:p>
            <a:r>
              <a:rPr lang="ru-RU" sz="1800" b="1" i="1" dirty="0">
                <a:solidFill>
                  <a:srgbClr val="222222"/>
                </a:solidFill>
                <a:ea typeface="+mn-lt"/>
                <a:cs typeface="+mn-lt"/>
              </a:rPr>
              <a:t>Операции сдвига:</a:t>
            </a:r>
            <a:r>
              <a:rPr lang="ru-RU" sz="1800" dirty="0">
                <a:solidFill>
                  <a:srgbClr val="222222"/>
                </a:solidFill>
                <a:ea typeface="+mn-lt"/>
                <a:cs typeface="+mn-lt"/>
              </a:rPr>
              <a:t> В математических операциях, например, при умножении или делении на</a:t>
            </a:r>
            <a:r>
              <a:rPr lang="ru-RU" sz="1800" b="1" i="1" dirty="0">
                <a:solidFill>
                  <a:srgbClr val="222222"/>
                </a:solidFill>
                <a:ea typeface="+mn-lt"/>
                <a:cs typeface="+mn-lt"/>
              </a:rPr>
              <a:t> </a:t>
            </a:r>
            <a:r>
              <a:rPr lang="ru-RU" sz="1800" dirty="0">
                <a:solidFill>
                  <a:srgbClr val="222222"/>
                </a:solidFill>
                <a:ea typeface="+mn-lt"/>
                <a:cs typeface="+mn-lt"/>
              </a:rPr>
              <a:t>степени двойки. </a:t>
            </a:r>
            <a:endParaRPr lang="ru-RU" dirty="0"/>
          </a:p>
          <a:p>
            <a:r>
              <a:rPr lang="ru-RU" sz="1800" b="1" i="1" dirty="0">
                <a:solidFill>
                  <a:srgbClr val="222222"/>
                </a:solidFill>
                <a:ea typeface="+mn-lt"/>
                <a:cs typeface="+mn-lt"/>
              </a:rPr>
              <a:t>Обработка данных</a:t>
            </a:r>
            <a:r>
              <a:rPr lang="ru-RU" sz="1800" dirty="0">
                <a:solidFill>
                  <a:srgbClr val="222222"/>
                </a:solidFill>
                <a:ea typeface="+mn-lt"/>
                <a:cs typeface="+mn-lt"/>
              </a:rPr>
              <a:t>: В цифровых сигнальных процессорах (DSP) сдвиговые регистры используются для обработки аудио и видеосигналов, фильтрации и других алгоритмов. </a:t>
            </a:r>
            <a:endParaRPr lang="ru-RU" dirty="0"/>
          </a:p>
          <a:p>
            <a:r>
              <a:rPr lang="ru-RU" sz="1800" b="1" i="1" dirty="0">
                <a:solidFill>
                  <a:srgbClr val="222222"/>
                </a:solidFill>
                <a:ea typeface="+mn-lt"/>
                <a:cs typeface="+mn-lt"/>
              </a:rPr>
              <a:t>Цифровая передача</a:t>
            </a:r>
            <a:r>
              <a:rPr lang="ru-RU" sz="1800" dirty="0">
                <a:solidFill>
                  <a:srgbClr val="222222"/>
                </a:solidFill>
                <a:ea typeface="+mn-lt"/>
                <a:cs typeface="+mn-lt"/>
              </a:rPr>
              <a:t>: Сдвиговые регистры используются для последовательной передачи данных через интерфейсы типа SPI или UART. </a:t>
            </a:r>
            <a:endParaRPr lang="ru-RU" dirty="0">
              <a:ea typeface="+mn-lt"/>
              <a:cs typeface="+mn-lt"/>
            </a:endParaRPr>
          </a:p>
          <a:p>
            <a:pPr>
              <a:buNone/>
            </a:pPr>
            <a:r>
              <a:rPr lang="ru-RU" sz="1800" dirty="0">
                <a:solidFill>
                  <a:srgbClr val="222222"/>
                </a:solidFill>
                <a:ea typeface="+mn-lt"/>
                <a:cs typeface="+mn-lt"/>
              </a:rPr>
              <a:t>Реализация алгоритмов: В некоторых криптографических алгоритмах, а также в генераторах случайных чисел. Пример схемы сдвигового регистра </a:t>
            </a:r>
            <a:endParaRPr lang="ru-RU" dirty="0"/>
          </a:p>
          <a:p>
            <a:pPr>
              <a:buNone/>
            </a:pPr>
            <a:r>
              <a:rPr lang="ru-RU" sz="1800" b="1" dirty="0">
                <a:solidFill>
                  <a:srgbClr val="222222"/>
                </a:solidFill>
                <a:ea typeface="+mn-lt"/>
                <a:cs typeface="+mn-lt"/>
              </a:rPr>
              <a:t>Пример схемы сдвигового регистра сдвига влево: </a:t>
            </a:r>
            <a:endParaRPr lang="ru-RU" b="1"/>
          </a:p>
          <a:p>
            <a:pPr>
              <a:buNone/>
            </a:pPr>
            <a:r>
              <a:rPr lang="ru-RU" sz="1800" dirty="0">
                <a:solidFill>
                  <a:srgbClr val="222222"/>
                </a:solidFill>
                <a:ea typeface="+mn-lt"/>
                <a:cs typeface="+mn-lt"/>
              </a:rPr>
              <a:t>[</a:t>
            </a:r>
            <a:r>
              <a:rPr lang="ru-RU" sz="1800" dirty="0" err="1">
                <a:solidFill>
                  <a:srgbClr val="222222"/>
                </a:solidFill>
                <a:ea typeface="+mn-lt"/>
                <a:cs typeface="+mn-lt"/>
              </a:rPr>
              <a:t>Input</a:t>
            </a:r>
            <a:r>
              <a:rPr lang="ru-RU" sz="1800" dirty="0">
                <a:solidFill>
                  <a:srgbClr val="222222"/>
                </a:solidFill>
                <a:ea typeface="+mn-lt"/>
                <a:cs typeface="+mn-lt"/>
              </a:rPr>
              <a:t>] -&gt; [DFF1] -&gt; [DFF2] -&gt; [DFF3] -&gt; [DFF4] -&gt; [</a:t>
            </a:r>
            <a:r>
              <a:rPr lang="ru-RU" sz="1800" dirty="0" err="1">
                <a:solidFill>
                  <a:srgbClr val="222222"/>
                </a:solidFill>
                <a:ea typeface="+mn-lt"/>
                <a:cs typeface="+mn-lt"/>
              </a:rPr>
              <a:t>Output</a:t>
            </a:r>
            <a:r>
              <a:rPr lang="ru-RU" sz="1800" dirty="0">
                <a:solidFill>
                  <a:srgbClr val="222222"/>
                </a:solidFill>
                <a:ea typeface="+mn-lt"/>
                <a:cs typeface="+mn-lt"/>
              </a:rPr>
              <a:t>]</a:t>
            </a:r>
            <a:endParaRPr lang="ru-RU" dirty="0"/>
          </a:p>
          <a:p>
            <a:pPr>
              <a:buNone/>
            </a:pPr>
            <a:r>
              <a:rPr lang="ru-RU" sz="1800" dirty="0">
                <a:solidFill>
                  <a:srgbClr val="222222"/>
                </a:solidFill>
                <a:ea typeface="+mn-lt"/>
                <a:cs typeface="+mn-lt"/>
              </a:rPr>
              <a:t>Здесь каждый DFF (D-триггер) хранит по одному биту данных, и на каждом такте данные сдвигаются по цепочке триггеров. </a:t>
            </a:r>
            <a:endParaRPr lang="ru-RU" dirty="0">
              <a:ea typeface="+mn-lt"/>
              <a:cs typeface="+mn-lt"/>
            </a:endParaRPr>
          </a:p>
        </p:txBody>
      </p:sp>
    </p:spTree>
    <p:extLst>
      <p:ext uri="{BB962C8B-B14F-4D97-AF65-F5344CB8AC3E}">
        <p14:creationId xmlns:p14="http://schemas.microsoft.com/office/powerpoint/2010/main" val="2624538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F117F-143D-C00F-9944-05AA289A747F}"/>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6" name="Рукописный ввод 5">
                <a:extLst>
                  <a:ext uri="{FF2B5EF4-FFF2-40B4-BE49-F238E27FC236}">
                    <a16:creationId xmlns:a16="http://schemas.microsoft.com/office/drawing/2014/main" id="{405C4333-6FFA-DCFF-20D7-8DC84A769AC6}"/>
                  </a:ext>
                </a:extLst>
              </p14:cNvPr>
              <p14:cNvContentPartPr/>
              <p14:nvPr/>
            </p14:nvContentPartPr>
            <p14:xfrm>
              <a:off x="5838010" y="589279"/>
              <a:ext cx="1224398" cy="1129939"/>
            </p14:xfrm>
          </p:contentPart>
        </mc:Choice>
        <mc:Fallback>
          <p:pic>
            <p:nvPicPr>
              <p:cNvPr id="6" name="Рукописный ввод 5">
                <a:extLst>
                  <a:ext uri="{FF2B5EF4-FFF2-40B4-BE49-F238E27FC236}">
                    <a16:creationId xmlns:a16="http://schemas.microsoft.com/office/drawing/2014/main" id="{405C4333-6FFA-DCFF-20D7-8DC84A769AC6}"/>
                  </a:ext>
                </a:extLst>
              </p:cNvPr>
              <p:cNvPicPr/>
              <p:nvPr/>
            </p:nvPicPr>
            <p:blipFill>
              <a:blip r:embed="rId3"/>
              <a:stretch>
                <a:fillRect/>
              </a:stretch>
            </p:blipFill>
            <p:spPr>
              <a:xfrm>
                <a:off x="5775027" y="526305"/>
                <a:ext cx="1350005" cy="1255528"/>
              </a:xfrm>
              <a:prstGeom prst="rect">
                <a:avLst/>
              </a:prstGeom>
            </p:spPr>
          </p:pic>
        </mc:Fallback>
      </mc:AlternateContent>
      <p:sp>
        <p:nvSpPr>
          <p:cNvPr id="2" name="Заголовок 1">
            <a:extLst>
              <a:ext uri="{FF2B5EF4-FFF2-40B4-BE49-F238E27FC236}">
                <a16:creationId xmlns:a16="http://schemas.microsoft.com/office/drawing/2014/main" id="{EC41A4AD-6BE0-FCF9-41AC-BF81DE8227DD}"/>
              </a:ext>
            </a:extLst>
          </p:cNvPr>
          <p:cNvSpPr>
            <a:spLocks noGrp="1"/>
          </p:cNvSpPr>
          <p:nvPr>
            <p:ph type="title"/>
          </p:nvPr>
        </p:nvSpPr>
        <p:spPr>
          <a:xfrm>
            <a:off x="838200" y="365125"/>
            <a:ext cx="9778142" cy="791966"/>
          </a:xfrm>
        </p:spPr>
        <p:txBody>
          <a:bodyPr>
            <a:noAutofit/>
          </a:bodyPr>
          <a:lstStyle/>
          <a:p>
            <a:r>
              <a:rPr lang="ru-RU" sz="3200" b="1" dirty="0">
                <a:solidFill>
                  <a:srgbClr val="222222"/>
                </a:solidFill>
                <a:latin typeface="Arial"/>
                <a:ea typeface="Calibri"/>
                <a:cs typeface="Arial"/>
              </a:rPr>
              <a:t>Схема параллельного регистра </a:t>
            </a:r>
            <a:endParaRPr lang="ru-RU" sz="3200" b="1" dirty="0"/>
          </a:p>
        </p:txBody>
      </p:sp>
      <p:sp>
        <p:nvSpPr>
          <p:cNvPr id="3" name="Объект 2">
            <a:extLst>
              <a:ext uri="{FF2B5EF4-FFF2-40B4-BE49-F238E27FC236}">
                <a16:creationId xmlns:a16="http://schemas.microsoft.com/office/drawing/2014/main" id="{4917D128-3D4A-9F2A-17C8-345B1B6E16BB}"/>
              </a:ext>
            </a:extLst>
          </p:cNvPr>
          <p:cNvSpPr>
            <a:spLocks noGrp="1"/>
          </p:cNvSpPr>
          <p:nvPr>
            <p:ph idx="1"/>
          </p:nvPr>
        </p:nvSpPr>
        <p:spPr>
          <a:xfrm>
            <a:off x="838200" y="1152690"/>
            <a:ext cx="10527168" cy="1822396"/>
          </a:xfrm>
        </p:spPr>
        <p:txBody>
          <a:bodyPr vert="horz" lIns="91440" tIns="45720" rIns="91440" bIns="45720" rtlCol="0" anchor="t">
            <a:normAutofit/>
          </a:bodyPr>
          <a:lstStyle/>
          <a:p>
            <a:pPr marL="0" indent="0">
              <a:buNone/>
            </a:pPr>
            <a:r>
              <a:rPr lang="ru-RU" sz="2000" dirty="0">
                <a:solidFill>
                  <a:srgbClr val="222222"/>
                </a:solidFill>
                <a:latin typeface="Arial"/>
                <a:ea typeface="Calibri"/>
                <a:cs typeface="Arial"/>
              </a:rPr>
              <a:t>Параллельные регистры представляют собой устройства, в которых несколько бит данных записываются или считываются одновременно. Каждый бит данных поступает в свой триггер, и на каждом такте регистр может записать всю информацию сразу. Параллельные регистры обеспечивают быструю запись и чтение данных, что делает их полезными для обработки больших объемов информации. </a:t>
            </a:r>
          </a:p>
        </p:txBody>
      </p:sp>
      <p:pic>
        <p:nvPicPr>
          <p:cNvPr id="4" name="Рисунок 3" descr="Изображение выглядит как текст, диаграмма, План, Шрифт&#10;&#10;Содержимое, созданное искусственным интеллектом, может быть неверным.">
            <a:extLst>
              <a:ext uri="{FF2B5EF4-FFF2-40B4-BE49-F238E27FC236}">
                <a16:creationId xmlns:a16="http://schemas.microsoft.com/office/drawing/2014/main" id="{2649A1E0-5397-02C4-C259-892F151E1E74}"/>
              </a:ext>
            </a:extLst>
          </p:cNvPr>
          <p:cNvPicPr>
            <a:picLocks noChangeAspect="1"/>
          </p:cNvPicPr>
          <p:nvPr/>
        </p:nvPicPr>
        <p:blipFill>
          <a:blip r:embed="rId4"/>
          <a:stretch>
            <a:fillRect/>
          </a:stretch>
        </p:blipFill>
        <p:spPr>
          <a:xfrm>
            <a:off x="2513610" y="2981016"/>
            <a:ext cx="7431975" cy="3686670"/>
          </a:xfrm>
          <a:prstGeom prst="rect">
            <a:avLst/>
          </a:prstGeom>
        </p:spPr>
      </p:pic>
    </p:spTree>
    <p:extLst>
      <p:ext uri="{BB962C8B-B14F-4D97-AF65-F5344CB8AC3E}">
        <p14:creationId xmlns:p14="http://schemas.microsoft.com/office/powerpoint/2010/main" val="2014481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72BEB-7F19-B915-0A18-F5DE5DBB856A}"/>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6" name="Рукописный ввод 5">
                <a:extLst>
                  <a:ext uri="{FF2B5EF4-FFF2-40B4-BE49-F238E27FC236}">
                    <a16:creationId xmlns:a16="http://schemas.microsoft.com/office/drawing/2014/main" id="{E0B390E4-3DA6-C2B7-C125-5BC1E291B567}"/>
                  </a:ext>
                </a:extLst>
              </p14:cNvPr>
              <p14:cNvContentPartPr/>
              <p14:nvPr/>
            </p14:nvContentPartPr>
            <p14:xfrm>
              <a:off x="5838010" y="589279"/>
              <a:ext cx="1224398" cy="1129939"/>
            </p14:xfrm>
          </p:contentPart>
        </mc:Choice>
        <mc:Fallback>
          <p:pic>
            <p:nvPicPr>
              <p:cNvPr id="6" name="Рукописный ввод 5">
                <a:extLst>
                  <a:ext uri="{FF2B5EF4-FFF2-40B4-BE49-F238E27FC236}">
                    <a16:creationId xmlns:a16="http://schemas.microsoft.com/office/drawing/2014/main" id="{E0B390E4-3DA6-C2B7-C125-5BC1E291B567}"/>
                  </a:ext>
                </a:extLst>
              </p:cNvPr>
              <p:cNvPicPr/>
              <p:nvPr/>
            </p:nvPicPr>
            <p:blipFill>
              <a:blip r:embed="rId3"/>
              <a:stretch>
                <a:fillRect/>
              </a:stretch>
            </p:blipFill>
            <p:spPr>
              <a:xfrm>
                <a:off x="5775027" y="526305"/>
                <a:ext cx="1350005" cy="1255528"/>
              </a:xfrm>
              <a:prstGeom prst="rect">
                <a:avLst/>
              </a:prstGeom>
            </p:spPr>
          </p:pic>
        </mc:Fallback>
      </mc:AlternateContent>
      <p:sp>
        <p:nvSpPr>
          <p:cNvPr id="2" name="Заголовок 1">
            <a:extLst>
              <a:ext uri="{FF2B5EF4-FFF2-40B4-BE49-F238E27FC236}">
                <a16:creationId xmlns:a16="http://schemas.microsoft.com/office/drawing/2014/main" id="{2BDE2054-D6D7-D1A3-3C6B-2E10E24CB812}"/>
              </a:ext>
            </a:extLst>
          </p:cNvPr>
          <p:cNvSpPr>
            <a:spLocks noGrp="1"/>
          </p:cNvSpPr>
          <p:nvPr>
            <p:ph type="title"/>
          </p:nvPr>
        </p:nvSpPr>
        <p:spPr>
          <a:xfrm>
            <a:off x="838200" y="365125"/>
            <a:ext cx="10470870" cy="791966"/>
          </a:xfrm>
        </p:spPr>
        <p:txBody>
          <a:bodyPr>
            <a:noAutofit/>
          </a:bodyPr>
          <a:lstStyle/>
          <a:p>
            <a:r>
              <a:rPr lang="ru-RU" sz="4000" b="1" dirty="0">
                <a:solidFill>
                  <a:srgbClr val="222222"/>
                </a:solidFill>
                <a:latin typeface="Arial"/>
                <a:ea typeface="Calibri"/>
                <a:cs typeface="Arial"/>
              </a:rPr>
              <a:t>Как они хранят и передают данные </a:t>
            </a:r>
            <a:endParaRPr lang="ru-RU"/>
          </a:p>
        </p:txBody>
      </p:sp>
      <p:sp>
        <p:nvSpPr>
          <p:cNvPr id="3" name="Объект 2">
            <a:extLst>
              <a:ext uri="{FF2B5EF4-FFF2-40B4-BE49-F238E27FC236}">
                <a16:creationId xmlns:a16="http://schemas.microsoft.com/office/drawing/2014/main" id="{EDB1DC0A-EE21-E0E7-B61E-6D92A54BE9F3}"/>
              </a:ext>
            </a:extLst>
          </p:cNvPr>
          <p:cNvSpPr>
            <a:spLocks noGrp="1"/>
          </p:cNvSpPr>
          <p:nvPr>
            <p:ph idx="1"/>
          </p:nvPr>
        </p:nvSpPr>
        <p:spPr>
          <a:xfrm>
            <a:off x="838200" y="1152690"/>
            <a:ext cx="10477688" cy="1129668"/>
          </a:xfrm>
        </p:spPr>
        <p:txBody>
          <a:bodyPr vert="horz" lIns="91440" tIns="45720" rIns="91440" bIns="45720" rtlCol="0" anchor="t">
            <a:noAutofit/>
          </a:bodyPr>
          <a:lstStyle/>
          <a:p>
            <a:pPr>
              <a:buNone/>
            </a:pPr>
            <a:r>
              <a:rPr lang="ru-RU" sz="2000" dirty="0">
                <a:solidFill>
                  <a:srgbClr val="222222"/>
                </a:solidFill>
                <a:latin typeface="Arial"/>
                <a:cs typeface="Arial"/>
              </a:rPr>
              <a:t>В параллельных регистрах все входные биты данных записываются одновременно в соответствующие триггеры, что позволяет быстро и эффективно работать с несколькими битами. Принцип работы параллельного регистра заключается в следующем: </a:t>
            </a:r>
          </a:p>
        </p:txBody>
      </p:sp>
      <p:sp>
        <p:nvSpPr>
          <p:cNvPr id="5" name="TextBox 4">
            <a:extLst>
              <a:ext uri="{FF2B5EF4-FFF2-40B4-BE49-F238E27FC236}">
                <a16:creationId xmlns:a16="http://schemas.microsoft.com/office/drawing/2014/main" id="{3B6B506C-6855-8AC0-5D9A-AC2170850CC4}"/>
              </a:ext>
            </a:extLst>
          </p:cNvPr>
          <p:cNvSpPr txBox="1"/>
          <p:nvPr/>
        </p:nvSpPr>
        <p:spPr>
          <a:xfrm>
            <a:off x="1019298" y="2513610"/>
            <a:ext cx="1029194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ru-RU" b="1" i="1" dirty="0">
                <a:solidFill>
                  <a:srgbClr val="222222"/>
                </a:solidFill>
                <a:latin typeface="Arial"/>
                <a:cs typeface="Arial"/>
              </a:rPr>
              <a:t>Запись данных</a:t>
            </a:r>
            <a:r>
              <a:rPr lang="ru-RU" dirty="0">
                <a:solidFill>
                  <a:srgbClr val="222222"/>
                </a:solidFill>
                <a:latin typeface="Arial"/>
                <a:cs typeface="Arial"/>
              </a:rPr>
              <a:t>: При активации сигнала записи все биты одновременно записываются в регистр. </a:t>
            </a:r>
            <a:endParaRPr lang="ru-RU" dirty="0"/>
          </a:p>
          <a:p>
            <a:pPr marL="171450" indent="-171450">
              <a:buFont typeface="Arial"/>
              <a:buChar char="•"/>
            </a:pPr>
            <a:r>
              <a:rPr lang="ru-RU" b="1" i="1" dirty="0">
                <a:solidFill>
                  <a:srgbClr val="222222"/>
                </a:solidFill>
                <a:latin typeface="Arial"/>
                <a:cs typeface="Arial"/>
              </a:rPr>
              <a:t>Чтение данных</a:t>
            </a:r>
            <a:r>
              <a:rPr lang="ru-RU" dirty="0">
                <a:solidFill>
                  <a:srgbClr val="222222"/>
                </a:solidFill>
                <a:latin typeface="Arial"/>
                <a:cs typeface="Arial"/>
              </a:rPr>
              <a:t>: Все биты данных могут быть считаны одновременно, что позволяет быстро передавать информацию. </a:t>
            </a:r>
            <a:endParaRPr lang="ru-RU" dirty="0"/>
          </a:p>
        </p:txBody>
      </p:sp>
    </p:spTree>
    <p:extLst>
      <p:ext uri="{BB962C8B-B14F-4D97-AF65-F5344CB8AC3E}">
        <p14:creationId xmlns:p14="http://schemas.microsoft.com/office/powerpoint/2010/main" val="2124882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39071-32FC-2A70-4B19-336D9ADC0E6B}"/>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6" name="Рукописный ввод 5">
                <a:extLst>
                  <a:ext uri="{FF2B5EF4-FFF2-40B4-BE49-F238E27FC236}">
                    <a16:creationId xmlns:a16="http://schemas.microsoft.com/office/drawing/2014/main" id="{891DE091-372D-B660-A5BA-C7DCAE52FEC7}"/>
                  </a:ext>
                </a:extLst>
              </p14:cNvPr>
              <p14:cNvContentPartPr/>
              <p14:nvPr/>
            </p14:nvContentPartPr>
            <p14:xfrm>
              <a:off x="5838010" y="589279"/>
              <a:ext cx="1224398" cy="1129939"/>
            </p14:xfrm>
          </p:contentPart>
        </mc:Choice>
        <mc:Fallback>
          <p:pic>
            <p:nvPicPr>
              <p:cNvPr id="6" name="Рукописный ввод 5">
                <a:extLst>
                  <a:ext uri="{FF2B5EF4-FFF2-40B4-BE49-F238E27FC236}">
                    <a16:creationId xmlns:a16="http://schemas.microsoft.com/office/drawing/2014/main" id="{891DE091-372D-B660-A5BA-C7DCAE52FEC7}"/>
                  </a:ext>
                </a:extLst>
              </p:cNvPr>
              <p:cNvPicPr/>
              <p:nvPr/>
            </p:nvPicPr>
            <p:blipFill>
              <a:blip r:embed="rId3"/>
              <a:stretch>
                <a:fillRect/>
              </a:stretch>
            </p:blipFill>
            <p:spPr>
              <a:xfrm>
                <a:off x="5775027" y="526305"/>
                <a:ext cx="1350005" cy="1255528"/>
              </a:xfrm>
              <a:prstGeom prst="rect">
                <a:avLst/>
              </a:prstGeom>
            </p:spPr>
          </p:pic>
        </mc:Fallback>
      </mc:AlternateContent>
      <p:sp>
        <p:nvSpPr>
          <p:cNvPr id="2" name="Заголовок 1">
            <a:extLst>
              <a:ext uri="{FF2B5EF4-FFF2-40B4-BE49-F238E27FC236}">
                <a16:creationId xmlns:a16="http://schemas.microsoft.com/office/drawing/2014/main" id="{4611E467-942D-F8C1-16A8-A92C1471B35D}"/>
              </a:ext>
            </a:extLst>
          </p:cNvPr>
          <p:cNvSpPr>
            <a:spLocks noGrp="1"/>
          </p:cNvSpPr>
          <p:nvPr>
            <p:ph type="title"/>
          </p:nvPr>
        </p:nvSpPr>
        <p:spPr>
          <a:xfrm>
            <a:off x="887680" y="365125"/>
            <a:ext cx="11074532" cy="791966"/>
          </a:xfrm>
        </p:spPr>
        <p:txBody>
          <a:bodyPr vert="horz" lIns="91440" tIns="45720" rIns="91440" bIns="45720" rtlCol="0" anchor="ctr">
            <a:noAutofit/>
          </a:bodyPr>
          <a:lstStyle/>
          <a:p>
            <a:r>
              <a:rPr lang="ru-RU" sz="3600" b="1" dirty="0">
                <a:solidFill>
                  <a:srgbClr val="222222"/>
                </a:solidFill>
                <a:latin typeface="Arial"/>
                <a:ea typeface="+mj-lt"/>
                <a:cs typeface="Arial"/>
              </a:rPr>
              <a:t>Применение параллельных регистров в схемах </a:t>
            </a:r>
            <a:endParaRPr lang="ru-RU" sz="3600" b="1" dirty="0">
              <a:solidFill>
                <a:srgbClr val="222222"/>
              </a:solidFill>
              <a:latin typeface="Arial"/>
              <a:cs typeface="Arial"/>
            </a:endParaRPr>
          </a:p>
        </p:txBody>
      </p:sp>
      <p:sp>
        <p:nvSpPr>
          <p:cNvPr id="3" name="Объект 2">
            <a:extLst>
              <a:ext uri="{FF2B5EF4-FFF2-40B4-BE49-F238E27FC236}">
                <a16:creationId xmlns:a16="http://schemas.microsoft.com/office/drawing/2014/main" id="{DBCCA480-4278-A553-846C-61C33BC49397}"/>
              </a:ext>
            </a:extLst>
          </p:cNvPr>
          <p:cNvSpPr>
            <a:spLocks noGrp="1"/>
          </p:cNvSpPr>
          <p:nvPr>
            <p:ph idx="1"/>
          </p:nvPr>
        </p:nvSpPr>
        <p:spPr>
          <a:xfrm>
            <a:off x="838200" y="1152690"/>
            <a:ext cx="10477688" cy="5338810"/>
          </a:xfrm>
        </p:spPr>
        <p:txBody>
          <a:bodyPr vert="horz" lIns="91440" tIns="45720" rIns="91440" bIns="45720" rtlCol="0" anchor="t">
            <a:noAutofit/>
          </a:bodyPr>
          <a:lstStyle/>
          <a:p>
            <a:pPr>
              <a:buNone/>
            </a:pPr>
            <a:r>
              <a:rPr lang="ru-RU" sz="1800" dirty="0">
                <a:solidFill>
                  <a:srgbClr val="222222"/>
                </a:solidFill>
                <a:ea typeface="+mn-lt"/>
                <a:cs typeface="+mn-lt"/>
              </a:rPr>
              <a:t>Параллельные регистры используются в таких системах, где важна высокая скорость передачи и обработки данных, например:</a:t>
            </a:r>
            <a:endParaRPr lang="ru-RU" dirty="0"/>
          </a:p>
          <a:p>
            <a:r>
              <a:rPr lang="ru-RU" sz="1800" b="1" i="1" dirty="0">
                <a:solidFill>
                  <a:srgbClr val="222222"/>
                </a:solidFill>
                <a:ea typeface="+mn-lt"/>
                <a:cs typeface="+mn-lt"/>
              </a:rPr>
              <a:t>Вычислительные машины</a:t>
            </a:r>
            <a:r>
              <a:rPr lang="ru-RU" sz="1800" dirty="0">
                <a:solidFill>
                  <a:srgbClr val="222222"/>
                </a:solidFill>
                <a:ea typeface="+mn-lt"/>
                <a:cs typeface="+mn-lt"/>
              </a:rPr>
              <a:t>: Для хранения данных, например, в процессорах.</a:t>
            </a:r>
            <a:endParaRPr lang="ru-RU" dirty="0"/>
          </a:p>
          <a:p>
            <a:r>
              <a:rPr lang="ru-RU" sz="1800" b="1" i="1" dirty="0">
                <a:solidFill>
                  <a:srgbClr val="222222"/>
                </a:solidFill>
                <a:ea typeface="+mn-lt"/>
                <a:cs typeface="+mn-lt"/>
              </a:rPr>
              <a:t>Микроконтроллеры</a:t>
            </a:r>
            <a:r>
              <a:rPr lang="ru-RU" sz="1800" dirty="0">
                <a:solidFill>
                  <a:srgbClr val="222222"/>
                </a:solidFill>
                <a:ea typeface="+mn-lt"/>
                <a:cs typeface="+mn-lt"/>
              </a:rPr>
              <a:t>: Для быстрого обмена данными между периферийными устройствами. </a:t>
            </a:r>
            <a:endParaRPr lang="ru-RU" dirty="0"/>
          </a:p>
          <a:p>
            <a:r>
              <a:rPr lang="ru-RU" sz="1800" b="1" i="1" dirty="0">
                <a:solidFill>
                  <a:srgbClr val="222222"/>
                </a:solidFill>
                <a:ea typeface="+mn-lt"/>
                <a:cs typeface="+mn-lt"/>
              </a:rPr>
              <a:t>Системы памяти</a:t>
            </a:r>
            <a:r>
              <a:rPr lang="ru-RU" sz="1800" dirty="0">
                <a:solidFill>
                  <a:srgbClr val="222222"/>
                </a:solidFill>
                <a:ea typeface="+mn-lt"/>
                <a:cs typeface="+mn-lt"/>
              </a:rPr>
              <a:t>: В оперативной памяти или кэш-памяти для быстрого доступа к данным. </a:t>
            </a:r>
            <a:endParaRPr lang="ru-RU" dirty="0"/>
          </a:p>
          <a:p>
            <a:pPr>
              <a:buNone/>
            </a:pPr>
            <a:r>
              <a:rPr lang="ru-RU" sz="1800" b="1" i="1" dirty="0">
                <a:solidFill>
                  <a:srgbClr val="222222"/>
                </a:solidFill>
                <a:ea typeface="+mn-lt"/>
                <a:cs typeface="+mn-lt"/>
              </a:rPr>
              <a:t>Пример схемы параллельного регистра Пример параллельного регистра: </a:t>
            </a:r>
            <a:endParaRPr lang="ru-RU" b="1" i="1" dirty="0"/>
          </a:p>
          <a:p>
            <a:pPr>
              <a:buNone/>
            </a:pPr>
            <a:endParaRPr lang="ru-RU" sz="1800" b="1" i="1" dirty="0">
              <a:solidFill>
                <a:srgbClr val="222222"/>
              </a:solidFill>
              <a:ea typeface="+mn-lt"/>
              <a:cs typeface="+mn-lt"/>
            </a:endParaRPr>
          </a:p>
          <a:p>
            <a:pPr>
              <a:buNone/>
            </a:pPr>
            <a:r>
              <a:rPr lang="ru-RU" sz="1800" dirty="0">
                <a:solidFill>
                  <a:srgbClr val="222222"/>
                </a:solidFill>
                <a:ea typeface="+mn-lt"/>
                <a:cs typeface="+mn-lt"/>
              </a:rPr>
              <a:t>[Input1] -&gt; [DFF1] [Input2] -&gt; [DFF2] [Input3] -&gt; [DFF3] [Input4] -&gt; [DFF4]</a:t>
            </a:r>
            <a:endParaRPr lang="ru-RU" dirty="0"/>
          </a:p>
          <a:p>
            <a:pPr>
              <a:buNone/>
            </a:pPr>
            <a:endParaRPr lang="ru-RU"/>
          </a:p>
          <a:p>
            <a:pPr>
              <a:buNone/>
            </a:pPr>
            <a:r>
              <a:rPr lang="ru-RU" sz="1800" dirty="0">
                <a:solidFill>
                  <a:srgbClr val="222222"/>
                </a:solidFill>
                <a:ea typeface="+mn-lt"/>
                <a:cs typeface="+mn-lt"/>
              </a:rPr>
              <a:t>Все данные поступают сразу в соответствующие триггеры, и каждый бит хранится отдельно. </a:t>
            </a:r>
            <a:endParaRPr lang="ru-RU" dirty="0"/>
          </a:p>
        </p:txBody>
      </p:sp>
    </p:spTree>
    <p:extLst>
      <p:ext uri="{BB962C8B-B14F-4D97-AF65-F5344CB8AC3E}">
        <p14:creationId xmlns:p14="http://schemas.microsoft.com/office/powerpoint/2010/main" val="708031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617849-2C3D-60A0-845F-186BEBAF402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67E3D7-FDF3-D7BA-282C-06BF501DD340}"/>
              </a:ext>
            </a:extLst>
          </p:cNvPr>
          <p:cNvSpPr>
            <a:spLocks noGrp="1"/>
          </p:cNvSpPr>
          <p:nvPr>
            <p:ph type="title"/>
          </p:nvPr>
        </p:nvSpPr>
        <p:spPr>
          <a:xfrm>
            <a:off x="840969" y="1"/>
            <a:ext cx="6155572" cy="1589489"/>
          </a:xfrm>
        </p:spPr>
        <p:txBody>
          <a:bodyPr anchor="ctr">
            <a:normAutofit/>
          </a:bodyPr>
          <a:lstStyle/>
          <a:p>
            <a:r>
              <a:rPr lang="ru-RU" sz="4000" b="1" dirty="0">
                <a:solidFill>
                  <a:srgbClr val="222222"/>
                </a:solidFill>
                <a:latin typeface="Arial"/>
                <a:ea typeface="Calibri"/>
                <a:cs typeface="Arial"/>
              </a:rPr>
              <a:t>Что такое шифратор и дешифратор </a:t>
            </a:r>
            <a:r>
              <a:rPr lang="ru-RU" sz="1600" i="1" dirty="0">
                <a:solidFill>
                  <a:schemeClr val="bg2"/>
                </a:solidFill>
                <a:latin typeface="Arial"/>
                <a:ea typeface="Calibri"/>
                <a:cs typeface="Arial"/>
              </a:rPr>
              <a:t>(и с чем их едят)</a:t>
            </a:r>
            <a:r>
              <a:rPr lang="ru-RU" sz="4000" b="1" dirty="0">
                <a:solidFill>
                  <a:srgbClr val="222222"/>
                </a:solidFill>
                <a:latin typeface="Arial"/>
                <a:ea typeface="Calibri"/>
                <a:cs typeface="Arial"/>
              </a:rPr>
              <a:t> ? </a:t>
            </a:r>
          </a:p>
        </p:txBody>
      </p:sp>
      <p:sp>
        <p:nvSpPr>
          <p:cNvPr id="6" name="Объект 5">
            <a:extLst>
              <a:ext uri="{FF2B5EF4-FFF2-40B4-BE49-F238E27FC236}">
                <a16:creationId xmlns:a16="http://schemas.microsoft.com/office/drawing/2014/main" id="{B9471FA7-1B8C-F9B1-DE3D-78D434D22E23}"/>
              </a:ext>
            </a:extLst>
          </p:cNvPr>
          <p:cNvSpPr>
            <a:spLocks noGrp="1"/>
          </p:cNvSpPr>
          <p:nvPr>
            <p:ph idx="1"/>
          </p:nvPr>
        </p:nvSpPr>
        <p:spPr>
          <a:xfrm>
            <a:off x="838200" y="1825625"/>
            <a:ext cx="6161315" cy="4351338"/>
          </a:xfrm>
        </p:spPr>
        <p:txBody>
          <a:bodyPr vert="horz" lIns="91440" tIns="45720" rIns="91440" bIns="45720" rtlCol="0" anchor="t">
            <a:normAutofit/>
          </a:bodyPr>
          <a:lstStyle/>
          <a:p>
            <a:pPr marL="0" indent="0">
              <a:buNone/>
            </a:pPr>
            <a:r>
              <a:rPr lang="ru-RU" sz="2400" b="1" dirty="0">
                <a:ea typeface="+mn-lt"/>
                <a:cs typeface="+mn-lt"/>
              </a:rPr>
              <a:t>Шифраторы и дешифраторы</a:t>
            </a:r>
            <a:r>
              <a:rPr lang="ru-RU" sz="2400" dirty="0">
                <a:ea typeface="+mn-lt"/>
                <a:cs typeface="+mn-lt"/>
              </a:rPr>
              <a:t> — термины, которые используются в цифровой электронике для обозначения </a:t>
            </a:r>
            <a:r>
              <a:rPr lang="ru-RU" sz="2400" b="1" dirty="0">
                <a:ea typeface="+mn-lt"/>
                <a:cs typeface="+mn-lt"/>
              </a:rPr>
              <a:t>комбинационных логических устройств</a:t>
            </a:r>
            <a:r>
              <a:rPr lang="ru-RU" sz="2400" dirty="0">
                <a:ea typeface="+mn-lt"/>
                <a:cs typeface="+mn-lt"/>
              </a:rPr>
              <a:t>. Эти устройства выполняют разные функции: шифратор преобразует сигнал с одного из активных входов в соответствующий двоичный код на выходе, а дешифратор — бинарный код на входе в сигнал активации одного из множества выходов</a:t>
            </a:r>
            <a:endParaRPr lang="ru-RU" sz="2400"/>
          </a:p>
        </p:txBody>
      </p:sp>
      <p:pic>
        <p:nvPicPr>
          <p:cNvPr id="3" name="Рисунок 2" descr="Изображение выглядит как диаграмма, текст, линия, снимок экрана&#10;&#10;Содержимое, созданное искусственным интеллектом, может быть неверным.">
            <a:extLst>
              <a:ext uri="{FF2B5EF4-FFF2-40B4-BE49-F238E27FC236}">
                <a16:creationId xmlns:a16="http://schemas.microsoft.com/office/drawing/2014/main" id="{8E6A4D4F-5CEF-4640-2139-59BF409726ED}"/>
              </a:ext>
            </a:extLst>
          </p:cNvPr>
          <p:cNvPicPr>
            <a:picLocks noChangeAspect="1"/>
          </p:cNvPicPr>
          <p:nvPr/>
        </p:nvPicPr>
        <p:blipFill>
          <a:blip r:embed="rId2"/>
          <a:stretch>
            <a:fillRect/>
          </a:stretch>
        </p:blipFill>
        <p:spPr>
          <a:xfrm>
            <a:off x="7481762" y="710911"/>
            <a:ext cx="4353668" cy="2724645"/>
          </a:xfrm>
          <a:prstGeom prst="rect">
            <a:avLst/>
          </a:prstGeom>
        </p:spPr>
      </p:pic>
      <p:pic>
        <p:nvPicPr>
          <p:cNvPr id="4" name="Рисунок 3">
            <a:extLst>
              <a:ext uri="{FF2B5EF4-FFF2-40B4-BE49-F238E27FC236}">
                <a16:creationId xmlns:a16="http://schemas.microsoft.com/office/drawing/2014/main" id="{40863197-C0D5-27B1-C6D0-BE667D675DD8}"/>
              </a:ext>
            </a:extLst>
          </p:cNvPr>
          <p:cNvPicPr>
            <a:picLocks noChangeAspect="1"/>
          </p:cNvPicPr>
          <p:nvPr/>
        </p:nvPicPr>
        <p:blipFill>
          <a:blip r:embed="rId3"/>
          <a:stretch>
            <a:fillRect/>
          </a:stretch>
        </p:blipFill>
        <p:spPr>
          <a:xfrm>
            <a:off x="7480588" y="3929681"/>
            <a:ext cx="4356018" cy="2719574"/>
          </a:xfrm>
          <a:prstGeom prst="rect">
            <a:avLst/>
          </a:prstGeom>
        </p:spPr>
      </p:pic>
      <p:sp>
        <p:nvSpPr>
          <p:cNvPr id="5" name="TextBox 4">
            <a:extLst>
              <a:ext uri="{FF2B5EF4-FFF2-40B4-BE49-F238E27FC236}">
                <a16:creationId xmlns:a16="http://schemas.microsoft.com/office/drawing/2014/main" id="{5343CB51-53A0-009A-8CB8-A934CBD946AF}"/>
              </a:ext>
            </a:extLst>
          </p:cNvPr>
          <p:cNvSpPr txBox="1"/>
          <p:nvPr/>
        </p:nvSpPr>
        <p:spPr>
          <a:xfrm>
            <a:off x="7976259" y="346364"/>
            <a:ext cx="36615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i="1" dirty="0">
                <a:solidFill>
                  <a:schemeClr val="bg1">
                    <a:lumMod val="65000"/>
                  </a:schemeClr>
                </a:solidFill>
              </a:rPr>
              <a:t>Это шифратор :</a:t>
            </a:r>
          </a:p>
        </p:txBody>
      </p:sp>
      <p:sp>
        <p:nvSpPr>
          <p:cNvPr id="8" name="TextBox 7">
            <a:extLst>
              <a:ext uri="{FF2B5EF4-FFF2-40B4-BE49-F238E27FC236}">
                <a16:creationId xmlns:a16="http://schemas.microsoft.com/office/drawing/2014/main" id="{DC909A88-89E3-D048-70AB-6B3BDAB43CBA}"/>
              </a:ext>
            </a:extLst>
          </p:cNvPr>
          <p:cNvSpPr txBox="1"/>
          <p:nvPr/>
        </p:nvSpPr>
        <p:spPr>
          <a:xfrm>
            <a:off x="7976259" y="3562597"/>
            <a:ext cx="33547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i="1" dirty="0">
                <a:solidFill>
                  <a:schemeClr val="bg1">
                    <a:lumMod val="65000"/>
                  </a:schemeClr>
                </a:solidFill>
              </a:rPr>
              <a:t>Это дешифратор :</a:t>
            </a:r>
          </a:p>
        </p:txBody>
      </p:sp>
    </p:spTree>
    <p:extLst>
      <p:ext uri="{BB962C8B-B14F-4D97-AF65-F5344CB8AC3E}">
        <p14:creationId xmlns:p14="http://schemas.microsoft.com/office/powerpoint/2010/main" val="2163418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31351-3699-41DA-6A45-9B52FA4BCD42}"/>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9ED11325-40D7-C68E-BE0A-A90C67F6D6C8}"/>
              </a:ext>
            </a:extLst>
          </p:cNvPr>
          <p:cNvSpPr>
            <a:spLocks noGrp="1"/>
          </p:cNvSpPr>
          <p:nvPr>
            <p:ph idx="1"/>
          </p:nvPr>
        </p:nvSpPr>
        <p:spPr>
          <a:xfrm>
            <a:off x="838200" y="1825625"/>
            <a:ext cx="6553200" cy="4351338"/>
          </a:xfrm>
        </p:spPr>
        <p:txBody>
          <a:bodyPr vert="horz" lIns="91440" tIns="45720" rIns="91440" bIns="45720" rtlCol="0" anchor="t">
            <a:normAutofit/>
          </a:bodyPr>
          <a:lstStyle/>
          <a:p>
            <a:pPr>
              <a:buNone/>
            </a:pPr>
            <a:endParaRPr lang="ru-RU" sz="1500" dirty="0">
              <a:solidFill>
                <a:srgbClr val="191919"/>
              </a:solidFill>
              <a:latin typeface="PT Serif"/>
              <a:ea typeface="Roboto"/>
              <a:cs typeface="Roboto"/>
            </a:endParaRPr>
          </a:p>
          <a:p>
            <a:pPr marL="0" indent="0">
              <a:buNone/>
            </a:pPr>
            <a:endParaRPr lang="ru-RU" sz="2000" dirty="0">
              <a:latin typeface="Roboto"/>
              <a:ea typeface="Roboto"/>
              <a:cs typeface="Roboto"/>
            </a:endParaRPr>
          </a:p>
        </p:txBody>
      </p:sp>
      <mc:AlternateContent xmlns:mc="http://schemas.openxmlformats.org/markup-compatibility/2006">
        <mc:Choice xmlns:p14="http://schemas.microsoft.com/office/powerpoint/2010/main" Requires="p14">
          <p:contentPart p14:bwMode="auto" r:id="rId2">
            <p14:nvContentPartPr>
              <p14:cNvPr id="5" name="Рукописный ввод 4">
                <a:extLst>
                  <a:ext uri="{FF2B5EF4-FFF2-40B4-BE49-F238E27FC236}">
                    <a16:creationId xmlns:a16="http://schemas.microsoft.com/office/drawing/2014/main" id="{F312801E-23CD-FC17-6AAD-FBE94780CCB9}"/>
                  </a:ext>
                </a:extLst>
              </p14:cNvPr>
              <p14:cNvContentPartPr/>
              <p14:nvPr/>
            </p14:nvContentPartPr>
            <p14:xfrm>
              <a:off x="8646160" y="5740400"/>
              <a:ext cx="10160" cy="10160"/>
            </p14:xfrm>
          </p:contentPart>
        </mc:Choice>
        <mc:Fallback>
          <p:pic>
            <p:nvPicPr>
              <p:cNvPr id="5" name="Рукописный ввод 4">
                <a:extLst>
                  <a:ext uri="{FF2B5EF4-FFF2-40B4-BE49-F238E27FC236}">
                    <a16:creationId xmlns:a16="http://schemas.microsoft.com/office/drawing/2014/main" id="{F312801E-23CD-FC17-6AAD-FBE94780CCB9}"/>
                  </a:ext>
                </a:extLst>
              </p:cNvPr>
              <p:cNvPicPr/>
              <p:nvPr/>
            </p:nvPicPr>
            <p:blipFill>
              <a:blip r:embed="rId3"/>
              <a:stretch>
                <a:fillRect/>
              </a:stretch>
            </p:blipFill>
            <p:spPr>
              <a:xfrm>
                <a:off x="6868160" y="3962400"/>
                <a:ext cx="3556000" cy="3556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Рукописный ввод 5">
                <a:extLst>
                  <a:ext uri="{FF2B5EF4-FFF2-40B4-BE49-F238E27FC236}">
                    <a16:creationId xmlns:a16="http://schemas.microsoft.com/office/drawing/2014/main" id="{139B832D-B287-E566-256B-16720F48A4F2}"/>
                  </a:ext>
                </a:extLst>
              </p14:cNvPr>
              <p14:cNvContentPartPr/>
              <p14:nvPr/>
            </p14:nvContentPartPr>
            <p14:xfrm>
              <a:off x="10576560" y="5506720"/>
              <a:ext cx="10160" cy="10160"/>
            </p14:xfrm>
          </p:contentPart>
        </mc:Choice>
        <mc:Fallback>
          <p:pic>
            <p:nvPicPr>
              <p:cNvPr id="6" name="Рукописный ввод 5">
                <a:extLst>
                  <a:ext uri="{FF2B5EF4-FFF2-40B4-BE49-F238E27FC236}">
                    <a16:creationId xmlns:a16="http://schemas.microsoft.com/office/drawing/2014/main" id="{139B832D-B287-E566-256B-16720F48A4F2}"/>
                  </a:ext>
                </a:extLst>
              </p:cNvPr>
              <p:cNvPicPr/>
              <p:nvPr/>
            </p:nvPicPr>
            <p:blipFill>
              <a:blip r:embed="rId3"/>
              <a:stretch>
                <a:fillRect/>
              </a:stretch>
            </p:blipFill>
            <p:spPr>
              <a:xfrm>
                <a:off x="8798560" y="3728720"/>
                <a:ext cx="3556000" cy="355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Рукописный ввод 6">
                <a:extLst>
                  <a:ext uri="{FF2B5EF4-FFF2-40B4-BE49-F238E27FC236}">
                    <a16:creationId xmlns:a16="http://schemas.microsoft.com/office/drawing/2014/main" id="{95D72BEB-6903-CC1C-442B-0CFA31825DED}"/>
                  </a:ext>
                </a:extLst>
              </p14:cNvPr>
              <p14:cNvContentPartPr/>
              <p14:nvPr/>
            </p14:nvContentPartPr>
            <p14:xfrm>
              <a:off x="10251440" y="5384800"/>
              <a:ext cx="10160" cy="10160"/>
            </p14:xfrm>
          </p:contentPart>
        </mc:Choice>
        <mc:Fallback>
          <p:pic>
            <p:nvPicPr>
              <p:cNvPr id="7" name="Рукописный ввод 6">
                <a:extLst>
                  <a:ext uri="{FF2B5EF4-FFF2-40B4-BE49-F238E27FC236}">
                    <a16:creationId xmlns:a16="http://schemas.microsoft.com/office/drawing/2014/main" id="{95D72BEB-6903-CC1C-442B-0CFA31825DED}"/>
                  </a:ext>
                </a:extLst>
              </p:cNvPr>
              <p:cNvPicPr/>
              <p:nvPr/>
            </p:nvPicPr>
            <p:blipFill>
              <a:blip r:embed="rId3"/>
              <a:stretch>
                <a:fillRect/>
              </a:stretch>
            </p:blipFill>
            <p:spPr>
              <a:xfrm>
                <a:off x="8473440" y="3606800"/>
                <a:ext cx="3556000" cy="355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Рукописный ввод 7">
                <a:extLst>
                  <a:ext uri="{FF2B5EF4-FFF2-40B4-BE49-F238E27FC236}">
                    <a16:creationId xmlns:a16="http://schemas.microsoft.com/office/drawing/2014/main" id="{31298553-580C-0D6B-2FB1-842EE63D64A4}"/>
                  </a:ext>
                </a:extLst>
              </p14:cNvPr>
              <p14:cNvContentPartPr/>
              <p14:nvPr/>
            </p14:nvContentPartPr>
            <p14:xfrm>
              <a:off x="10027920" y="5029200"/>
              <a:ext cx="10160" cy="10160"/>
            </p14:xfrm>
          </p:contentPart>
        </mc:Choice>
        <mc:Fallback>
          <p:pic>
            <p:nvPicPr>
              <p:cNvPr id="8" name="Рукописный ввод 7">
                <a:extLst>
                  <a:ext uri="{FF2B5EF4-FFF2-40B4-BE49-F238E27FC236}">
                    <a16:creationId xmlns:a16="http://schemas.microsoft.com/office/drawing/2014/main" id="{31298553-580C-0D6B-2FB1-842EE63D64A4}"/>
                  </a:ext>
                </a:extLst>
              </p:cNvPr>
              <p:cNvPicPr/>
              <p:nvPr/>
            </p:nvPicPr>
            <p:blipFill>
              <a:blip r:embed="rId3"/>
              <a:stretch>
                <a:fillRect/>
              </a:stretch>
            </p:blipFill>
            <p:spPr>
              <a:xfrm>
                <a:off x="8249920" y="3251200"/>
                <a:ext cx="3556000" cy="355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Рукописный ввод 8">
                <a:extLst>
                  <a:ext uri="{FF2B5EF4-FFF2-40B4-BE49-F238E27FC236}">
                    <a16:creationId xmlns:a16="http://schemas.microsoft.com/office/drawing/2014/main" id="{A6B6BE49-6074-0F60-A11B-690D86DF8088}"/>
                  </a:ext>
                </a:extLst>
              </p14:cNvPr>
              <p14:cNvContentPartPr/>
              <p14:nvPr/>
            </p14:nvContentPartPr>
            <p14:xfrm flipV="1">
              <a:off x="71120" y="3048000"/>
              <a:ext cx="9712960" cy="132080"/>
            </p14:xfrm>
          </p:contentPart>
        </mc:Choice>
        <mc:Fallback>
          <p:pic>
            <p:nvPicPr>
              <p:cNvPr id="9" name="Рукописный ввод 8">
                <a:extLst>
                  <a:ext uri="{FF2B5EF4-FFF2-40B4-BE49-F238E27FC236}">
                    <a16:creationId xmlns:a16="http://schemas.microsoft.com/office/drawing/2014/main" id="{A6B6BE49-6074-0F60-A11B-690D86DF8088}"/>
                  </a:ext>
                </a:extLst>
              </p:cNvPr>
              <p:cNvPicPr/>
              <p:nvPr/>
            </p:nvPicPr>
            <p:blipFill>
              <a:blip r:embed="rId8"/>
              <a:stretch>
                <a:fillRect/>
              </a:stretch>
            </p:blipFill>
            <p:spPr>
              <a:xfrm flipV="1">
                <a:off x="-1699696880" y="-20066000"/>
                <a:ext cx="2147483647" cy="46228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2" name="Рукописный ввод 11">
                <a:extLst>
                  <a:ext uri="{FF2B5EF4-FFF2-40B4-BE49-F238E27FC236}">
                    <a16:creationId xmlns:a16="http://schemas.microsoft.com/office/drawing/2014/main" id="{E9092E1F-EF08-65FC-ED33-97382376360F}"/>
                  </a:ext>
                </a:extLst>
              </p14:cNvPr>
              <p14:cNvContentPartPr/>
              <p14:nvPr/>
            </p14:nvContentPartPr>
            <p14:xfrm>
              <a:off x="1300480" y="1259840"/>
              <a:ext cx="10160" cy="10160"/>
            </p14:xfrm>
          </p:contentPart>
        </mc:Choice>
        <mc:Fallback>
          <p:pic>
            <p:nvPicPr>
              <p:cNvPr id="12" name="Рукописный ввод 11">
                <a:extLst>
                  <a:ext uri="{FF2B5EF4-FFF2-40B4-BE49-F238E27FC236}">
                    <a16:creationId xmlns:a16="http://schemas.microsoft.com/office/drawing/2014/main" id="{E9092E1F-EF08-65FC-ED33-97382376360F}"/>
                  </a:ext>
                </a:extLst>
              </p:cNvPr>
              <p:cNvPicPr/>
              <p:nvPr/>
            </p:nvPicPr>
            <p:blipFill>
              <a:blip r:embed="rId10"/>
              <a:stretch>
                <a:fillRect/>
              </a:stretch>
            </p:blipFill>
            <p:spPr>
              <a:xfrm>
                <a:off x="1152313" y="-518160"/>
                <a:ext cx="305647" cy="355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5" name="Рукописный ввод 14">
                <a:extLst>
                  <a:ext uri="{FF2B5EF4-FFF2-40B4-BE49-F238E27FC236}">
                    <a16:creationId xmlns:a16="http://schemas.microsoft.com/office/drawing/2014/main" id="{0A427194-C356-4CA5-C1C9-BCC08A6DF81F}"/>
                  </a:ext>
                </a:extLst>
              </p14:cNvPr>
              <p14:cNvContentPartPr/>
              <p14:nvPr/>
            </p14:nvContentPartPr>
            <p14:xfrm>
              <a:off x="6020527" y="546349"/>
              <a:ext cx="1311558" cy="1172140"/>
            </p14:xfrm>
          </p:contentPart>
        </mc:Choice>
        <mc:Fallback>
          <p:pic>
            <p:nvPicPr>
              <p:cNvPr id="15" name="Рукописный ввод 14">
                <a:extLst>
                  <a:ext uri="{FF2B5EF4-FFF2-40B4-BE49-F238E27FC236}">
                    <a16:creationId xmlns:a16="http://schemas.microsoft.com/office/drawing/2014/main" id="{0A427194-C356-4CA5-C1C9-BCC08A6DF81F}"/>
                  </a:ext>
                </a:extLst>
              </p:cNvPr>
              <p:cNvPicPr/>
              <p:nvPr/>
            </p:nvPicPr>
            <p:blipFill>
              <a:blip r:embed="rId12"/>
              <a:stretch>
                <a:fillRect/>
              </a:stretch>
            </p:blipFill>
            <p:spPr>
              <a:xfrm>
                <a:off x="5957541" y="483369"/>
                <a:ext cx="1437171" cy="1297739"/>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7" name="Рукописный ввод 16">
                <a:extLst>
                  <a:ext uri="{FF2B5EF4-FFF2-40B4-BE49-F238E27FC236}">
                    <a16:creationId xmlns:a16="http://schemas.microsoft.com/office/drawing/2014/main" id="{DBF90334-050C-F165-B139-F4DB545AEEFA}"/>
                  </a:ext>
                </a:extLst>
              </p14:cNvPr>
              <p14:cNvContentPartPr/>
              <p14:nvPr/>
            </p14:nvContentPartPr>
            <p14:xfrm>
              <a:off x="6211629" y="1577662"/>
              <a:ext cx="1236651" cy="64842"/>
            </p14:xfrm>
          </p:contentPart>
        </mc:Choice>
        <mc:Fallback>
          <p:pic>
            <p:nvPicPr>
              <p:cNvPr id="17" name="Рукописный ввод 16">
                <a:extLst>
                  <a:ext uri="{FF2B5EF4-FFF2-40B4-BE49-F238E27FC236}">
                    <a16:creationId xmlns:a16="http://schemas.microsoft.com/office/drawing/2014/main" id="{DBF90334-050C-F165-B139-F4DB545AEEFA}"/>
                  </a:ext>
                </a:extLst>
              </p:cNvPr>
              <p:cNvPicPr/>
              <p:nvPr/>
            </p:nvPicPr>
            <p:blipFill>
              <a:blip r:embed="rId14"/>
              <a:stretch>
                <a:fillRect/>
              </a:stretch>
            </p:blipFill>
            <p:spPr>
              <a:xfrm>
                <a:off x="6148645" y="1514969"/>
                <a:ext cx="1362260" cy="189869"/>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8" name="Рукописный ввод 17">
                <a:extLst>
                  <a:ext uri="{FF2B5EF4-FFF2-40B4-BE49-F238E27FC236}">
                    <a16:creationId xmlns:a16="http://schemas.microsoft.com/office/drawing/2014/main" id="{D5E17817-0733-80B3-21FF-9ABC1743FFC8}"/>
                  </a:ext>
                </a:extLst>
              </p14:cNvPr>
              <p14:cNvContentPartPr/>
              <p14:nvPr/>
            </p14:nvContentPartPr>
            <p14:xfrm flipH="1">
              <a:off x="7393784" y="715929"/>
              <a:ext cx="974549" cy="901315"/>
            </p14:xfrm>
          </p:contentPart>
        </mc:Choice>
        <mc:Fallback>
          <p:pic>
            <p:nvPicPr>
              <p:cNvPr id="18" name="Рукописный ввод 17">
                <a:extLst>
                  <a:ext uri="{FF2B5EF4-FFF2-40B4-BE49-F238E27FC236}">
                    <a16:creationId xmlns:a16="http://schemas.microsoft.com/office/drawing/2014/main" id="{D5E17817-0733-80B3-21FF-9ABC1743FFC8}"/>
                  </a:ext>
                </a:extLst>
              </p:cNvPr>
              <p:cNvPicPr/>
              <p:nvPr/>
            </p:nvPicPr>
            <p:blipFill>
              <a:blip r:embed="rId16"/>
              <a:stretch>
                <a:fillRect/>
              </a:stretch>
            </p:blipFill>
            <p:spPr>
              <a:xfrm flipH="1">
                <a:off x="7330642" y="652963"/>
                <a:ext cx="1100472" cy="1026887"/>
              </a:xfrm>
              <a:prstGeom prst="rect">
                <a:avLst/>
              </a:prstGeom>
            </p:spPr>
          </p:pic>
        </mc:Fallback>
      </mc:AlternateContent>
      <p:sp>
        <p:nvSpPr>
          <p:cNvPr id="2" name="Заголовок 1">
            <a:extLst>
              <a:ext uri="{FF2B5EF4-FFF2-40B4-BE49-F238E27FC236}">
                <a16:creationId xmlns:a16="http://schemas.microsoft.com/office/drawing/2014/main" id="{DD1375E4-E71F-A24B-0F35-A8DBB296829A}"/>
              </a:ext>
            </a:extLst>
          </p:cNvPr>
          <p:cNvSpPr>
            <a:spLocks noGrp="1"/>
          </p:cNvSpPr>
          <p:nvPr>
            <p:ph type="title"/>
          </p:nvPr>
        </p:nvSpPr>
        <p:spPr>
          <a:xfrm>
            <a:off x="838200" y="365125"/>
            <a:ext cx="10515600" cy="900031"/>
          </a:xfrm>
        </p:spPr>
        <p:txBody>
          <a:bodyPr>
            <a:normAutofit/>
          </a:bodyPr>
          <a:lstStyle/>
          <a:p>
            <a:r>
              <a:rPr lang="en-US" sz="4000" b="1" err="1"/>
              <a:t>Шифраторы</a:t>
            </a:r>
            <a:endParaRPr lang="ru-RU" sz="4000" err="1"/>
          </a:p>
        </p:txBody>
      </p:sp>
      <p:sp>
        <p:nvSpPr>
          <p:cNvPr id="4" name="TextBox 3">
            <a:extLst>
              <a:ext uri="{FF2B5EF4-FFF2-40B4-BE49-F238E27FC236}">
                <a16:creationId xmlns:a16="http://schemas.microsoft.com/office/drawing/2014/main" id="{37E456CF-13BF-0DF7-D210-89BA154B1227}"/>
              </a:ext>
            </a:extLst>
          </p:cNvPr>
          <p:cNvSpPr txBox="1"/>
          <p:nvPr/>
        </p:nvSpPr>
        <p:spPr>
          <a:xfrm>
            <a:off x="834743" y="1342010"/>
            <a:ext cx="10512926" cy="52014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1" err="1">
                <a:solidFill>
                  <a:srgbClr val="222222"/>
                </a:solidFill>
                <a:ea typeface="+mn-lt"/>
                <a:cs typeface="+mn-lt"/>
              </a:rPr>
              <a:t>Задача</a:t>
            </a:r>
            <a:r>
              <a:rPr lang="en-US" sz="2400" dirty="0">
                <a:solidFill>
                  <a:srgbClr val="222222"/>
                </a:solidFill>
                <a:ea typeface="+mn-lt"/>
                <a:cs typeface="+mn-lt"/>
              </a:rPr>
              <a:t>: </a:t>
            </a:r>
            <a:r>
              <a:rPr lang="en-US" sz="2400" err="1">
                <a:solidFill>
                  <a:srgbClr val="222222"/>
                </a:solidFill>
                <a:ea typeface="+mn-lt"/>
                <a:cs typeface="+mn-lt"/>
              </a:rPr>
              <a:t>преобразовать</a:t>
            </a:r>
            <a:r>
              <a:rPr lang="en-US" sz="2400" dirty="0">
                <a:solidFill>
                  <a:srgbClr val="222222"/>
                </a:solidFill>
                <a:ea typeface="+mn-lt"/>
                <a:cs typeface="+mn-lt"/>
              </a:rPr>
              <a:t> </a:t>
            </a:r>
            <a:r>
              <a:rPr lang="en-US" sz="2400" err="1">
                <a:solidFill>
                  <a:srgbClr val="222222"/>
                </a:solidFill>
                <a:ea typeface="+mn-lt"/>
                <a:cs typeface="+mn-lt"/>
              </a:rPr>
              <a:t>сигнал</a:t>
            </a:r>
            <a:r>
              <a:rPr lang="en-US" sz="2400" dirty="0">
                <a:solidFill>
                  <a:srgbClr val="222222"/>
                </a:solidFill>
                <a:ea typeface="+mn-lt"/>
                <a:cs typeface="+mn-lt"/>
              </a:rPr>
              <a:t> с </a:t>
            </a:r>
            <a:r>
              <a:rPr lang="en-US" sz="2400" err="1">
                <a:solidFill>
                  <a:srgbClr val="222222"/>
                </a:solidFill>
                <a:ea typeface="+mn-lt"/>
                <a:cs typeface="+mn-lt"/>
              </a:rPr>
              <a:t>одного</a:t>
            </a:r>
            <a:r>
              <a:rPr lang="en-US" sz="2400" dirty="0">
                <a:solidFill>
                  <a:srgbClr val="222222"/>
                </a:solidFill>
                <a:ea typeface="+mn-lt"/>
                <a:cs typeface="+mn-lt"/>
              </a:rPr>
              <a:t> </a:t>
            </a:r>
            <a:r>
              <a:rPr lang="en-US" sz="2400" err="1">
                <a:solidFill>
                  <a:srgbClr val="222222"/>
                </a:solidFill>
                <a:ea typeface="+mn-lt"/>
                <a:cs typeface="+mn-lt"/>
              </a:rPr>
              <a:t>из</a:t>
            </a:r>
            <a:r>
              <a:rPr lang="en-US" sz="2400" dirty="0">
                <a:solidFill>
                  <a:srgbClr val="222222"/>
                </a:solidFill>
                <a:ea typeface="+mn-lt"/>
                <a:cs typeface="+mn-lt"/>
              </a:rPr>
              <a:t> </a:t>
            </a:r>
            <a:r>
              <a:rPr lang="en-US" sz="2400" err="1">
                <a:solidFill>
                  <a:srgbClr val="222222"/>
                </a:solidFill>
                <a:ea typeface="+mn-lt"/>
                <a:cs typeface="+mn-lt"/>
              </a:rPr>
              <a:t>активных</a:t>
            </a:r>
            <a:r>
              <a:rPr lang="en-US" sz="2400" dirty="0">
                <a:solidFill>
                  <a:srgbClr val="222222"/>
                </a:solidFill>
                <a:ea typeface="+mn-lt"/>
                <a:cs typeface="+mn-lt"/>
              </a:rPr>
              <a:t> </a:t>
            </a:r>
            <a:r>
              <a:rPr lang="en-US" sz="2400" err="1">
                <a:solidFill>
                  <a:srgbClr val="222222"/>
                </a:solidFill>
                <a:ea typeface="+mn-lt"/>
                <a:cs typeface="+mn-lt"/>
              </a:rPr>
              <a:t>входов</a:t>
            </a:r>
            <a:r>
              <a:rPr lang="en-US" sz="2400" dirty="0">
                <a:solidFill>
                  <a:srgbClr val="222222"/>
                </a:solidFill>
                <a:ea typeface="+mn-lt"/>
                <a:cs typeface="+mn-lt"/>
              </a:rPr>
              <a:t> в </a:t>
            </a:r>
            <a:r>
              <a:rPr lang="en-US" sz="2400" err="1">
                <a:solidFill>
                  <a:srgbClr val="222222"/>
                </a:solidFill>
                <a:ea typeface="+mn-lt"/>
                <a:cs typeface="+mn-lt"/>
              </a:rPr>
              <a:t>соответствующий</a:t>
            </a:r>
            <a:r>
              <a:rPr lang="en-US" sz="2400" dirty="0">
                <a:solidFill>
                  <a:srgbClr val="222222"/>
                </a:solidFill>
                <a:ea typeface="+mn-lt"/>
                <a:cs typeface="+mn-lt"/>
              </a:rPr>
              <a:t> </a:t>
            </a:r>
            <a:r>
              <a:rPr lang="en-US" sz="2400" err="1">
                <a:solidFill>
                  <a:srgbClr val="222222"/>
                </a:solidFill>
                <a:ea typeface="+mn-lt"/>
                <a:cs typeface="+mn-lt"/>
              </a:rPr>
              <a:t>двоичный</a:t>
            </a:r>
            <a:r>
              <a:rPr lang="en-US" sz="2400" dirty="0">
                <a:solidFill>
                  <a:srgbClr val="222222"/>
                </a:solidFill>
                <a:ea typeface="+mn-lt"/>
                <a:cs typeface="+mn-lt"/>
              </a:rPr>
              <a:t> </a:t>
            </a:r>
            <a:r>
              <a:rPr lang="en-US" sz="2400" err="1">
                <a:solidFill>
                  <a:srgbClr val="222222"/>
                </a:solidFill>
                <a:ea typeface="+mn-lt"/>
                <a:cs typeface="+mn-lt"/>
              </a:rPr>
              <a:t>код</a:t>
            </a:r>
            <a:r>
              <a:rPr lang="en-US" sz="2400" dirty="0">
                <a:solidFill>
                  <a:srgbClr val="222222"/>
                </a:solidFill>
                <a:ea typeface="+mn-lt"/>
                <a:cs typeface="+mn-lt"/>
              </a:rPr>
              <a:t> </a:t>
            </a:r>
            <a:r>
              <a:rPr lang="en-US" sz="2400" err="1">
                <a:solidFill>
                  <a:srgbClr val="222222"/>
                </a:solidFill>
                <a:ea typeface="+mn-lt"/>
                <a:cs typeface="+mn-lt"/>
              </a:rPr>
              <a:t>на</a:t>
            </a:r>
            <a:r>
              <a:rPr lang="en-US" sz="2400" dirty="0">
                <a:solidFill>
                  <a:srgbClr val="222222"/>
                </a:solidFill>
                <a:ea typeface="+mn-lt"/>
                <a:cs typeface="+mn-lt"/>
              </a:rPr>
              <a:t> </a:t>
            </a:r>
            <a:r>
              <a:rPr lang="en-US" sz="2400" err="1">
                <a:solidFill>
                  <a:srgbClr val="222222"/>
                </a:solidFill>
                <a:ea typeface="+mn-lt"/>
                <a:cs typeface="+mn-lt"/>
              </a:rPr>
              <a:t>выходе</a:t>
            </a:r>
            <a:r>
              <a:rPr lang="en-US" sz="2400" dirty="0">
                <a:solidFill>
                  <a:srgbClr val="222222"/>
                </a:solidFill>
                <a:ea typeface="+mn-lt"/>
                <a:cs typeface="+mn-lt"/>
              </a:rPr>
              <a:t>.</a:t>
            </a:r>
            <a:endParaRPr lang="en-US" sz="2400">
              <a:solidFill>
                <a:srgbClr val="000000"/>
              </a:solidFill>
              <a:ea typeface="+mn-lt"/>
              <a:cs typeface="+mn-lt"/>
            </a:endParaRPr>
          </a:p>
          <a:p>
            <a:endParaRPr lang="en-US" sz="2400" dirty="0">
              <a:solidFill>
                <a:srgbClr val="222222"/>
              </a:solidFill>
              <a:ea typeface="+mn-lt"/>
              <a:cs typeface="+mn-lt"/>
            </a:endParaRPr>
          </a:p>
          <a:p>
            <a:r>
              <a:rPr lang="en-US" sz="2400" b="1" i="1" err="1">
                <a:solidFill>
                  <a:srgbClr val="222222"/>
                </a:solidFill>
                <a:ea typeface="+mn-lt"/>
                <a:cs typeface="+mn-lt"/>
              </a:rPr>
              <a:t>Особенности</a:t>
            </a:r>
            <a:r>
              <a:rPr lang="en-US" sz="2400" dirty="0">
                <a:solidFill>
                  <a:srgbClr val="222222"/>
                </a:solidFill>
                <a:ea typeface="+mn-lt"/>
                <a:cs typeface="+mn-lt"/>
              </a:rPr>
              <a:t>:</a:t>
            </a:r>
            <a:endParaRPr lang="en-US" sz="2400">
              <a:ea typeface="+mn-lt"/>
              <a:cs typeface="+mn-lt"/>
            </a:endParaRPr>
          </a:p>
          <a:p>
            <a:pPr marL="171450" indent="-171450">
              <a:buFont typeface="Arial"/>
              <a:buChar char="•"/>
            </a:pPr>
            <a:r>
              <a:rPr lang="en-US" sz="2400" dirty="0">
                <a:solidFill>
                  <a:srgbClr val="222222"/>
                </a:solidFill>
                <a:ea typeface="+mn-lt"/>
                <a:cs typeface="+mn-lt"/>
              </a:rPr>
              <a:t> </a:t>
            </a:r>
            <a:r>
              <a:rPr lang="en-US" sz="2400" dirty="0" err="1">
                <a:solidFill>
                  <a:srgbClr val="222222"/>
                </a:solidFill>
                <a:ea typeface="+mn-lt"/>
                <a:cs typeface="+mn-lt"/>
              </a:rPr>
              <a:t>Количество</a:t>
            </a:r>
            <a:r>
              <a:rPr lang="en-US" sz="2400" dirty="0">
                <a:solidFill>
                  <a:srgbClr val="222222"/>
                </a:solidFill>
                <a:ea typeface="+mn-lt"/>
                <a:cs typeface="+mn-lt"/>
              </a:rPr>
              <a:t> </a:t>
            </a:r>
            <a:r>
              <a:rPr lang="en-US" sz="2400" dirty="0" err="1">
                <a:solidFill>
                  <a:srgbClr val="222222"/>
                </a:solidFill>
                <a:ea typeface="+mn-lt"/>
                <a:cs typeface="+mn-lt"/>
              </a:rPr>
              <a:t>входов</a:t>
            </a:r>
            <a:r>
              <a:rPr lang="en-US" sz="2400" dirty="0">
                <a:solidFill>
                  <a:srgbClr val="222222"/>
                </a:solidFill>
                <a:ea typeface="+mn-lt"/>
                <a:cs typeface="+mn-lt"/>
              </a:rPr>
              <a:t> </a:t>
            </a:r>
            <a:r>
              <a:rPr lang="en-US" sz="2400" dirty="0" err="1">
                <a:solidFill>
                  <a:srgbClr val="222222"/>
                </a:solidFill>
                <a:ea typeface="+mn-lt"/>
                <a:cs typeface="+mn-lt"/>
              </a:rPr>
              <a:t>больше</a:t>
            </a:r>
            <a:r>
              <a:rPr lang="en-US" sz="2400" dirty="0">
                <a:solidFill>
                  <a:srgbClr val="222222"/>
                </a:solidFill>
                <a:ea typeface="+mn-lt"/>
                <a:cs typeface="+mn-lt"/>
              </a:rPr>
              <a:t> </a:t>
            </a:r>
            <a:r>
              <a:rPr lang="en-US" sz="2400" dirty="0" err="1">
                <a:solidFill>
                  <a:srgbClr val="222222"/>
                </a:solidFill>
                <a:ea typeface="+mn-lt"/>
                <a:cs typeface="+mn-lt"/>
              </a:rPr>
              <a:t>числа</a:t>
            </a:r>
            <a:r>
              <a:rPr lang="en-US" sz="2400" dirty="0">
                <a:solidFill>
                  <a:srgbClr val="222222"/>
                </a:solidFill>
                <a:ea typeface="+mn-lt"/>
                <a:cs typeface="+mn-lt"/>
              </a:rPr>
              <a:t> </a:t>
            </a:r>
            <a:r>
              <a:rPr lang="en-US" sz="2400" dirty="0" err="1">
                <a:solidFill>
                  <a:srgbClr val="222222"/>
                </a:solidFill>
                <a:ea typeface="+mn-lt"/>
                <a:cs typeface="+mn-lt"/>
              </a:rPr>
              <a:t>выходов</a:t>
            </a:r>
            <a:r>
              <a:rPr lang="en-US" sz="2400" dirty="0">
                <a:solidFill>
                  <a:srgbClr val="222222"/>
                </a:solidFill>
                <a:ea typeface="+mn-lt"/>
                <a:cs typeface="+mn-lt"/>
              </a:rPr>
              <a:t>, </a:t>
            </a:r>
            <a:r>
              <a:rPr lang="en-US" sz="2400" dirty="0" err="1">
                <a:solidFill>
                  <a:srgbClr val="222222"/>
                </a:solidFill>
                <a:ea typeface="+mn-lt"/>
                <a:cs typeface="+mn-lt"/>
              </a:rPr>
              <a:t>поскольку</a:t>
            </a:r>
            <a:r>
              <a:rPr lang="en-US" sz="2400" dirty="0">
                <a:solidFill>
                  <a:srgbClr val="222222"/>
                </a:solidFill>
                <a:ea typeface="+mn-lt"/>
                <a:cs typeface="+mn-lt"/>
              </a:rPr>
              <a:t> </a:t>
            </a:r>
            <a:r>
              <a:rPr lang="en-US" sz="2400" dirty="0" err="1">
                <a:solidFill>
                  <a:srgbClr val="222222"/>
                </a:solidFill>
                <a:ea typeface="+mn-lt"/>
                <a:cs typeface="+mn-lt"/>
              </a:rPr>
              <a:t>входами</a:t>
            </a:r>
            <a:r>
              <a:rPr lang="en-US" sz="2400" dirty="0">
                <a:solidFill>
                  <a:srgbClr val="222222"/>
                </a:solidFill>
                <a:ea typeface="+mn-lt"/>
                <a:cs typeface="+mn-lt"/>
              </a:rPr>
              <a:t> </a:t>
            </a:r>
            <a:r>
              <a:rPr lang="en-US" sz="2400" dirty="0" err="1">
                <a:solidFill>
                  <a:srgbClr val="222222"/>
                </a:solidFill>
                <a:ea typeface="+mn-lt"/>
                <a:cs typeface="+mn-lt"/>
              </a:rPr>
              <a:t>управляют</a:t>
            </a:r>
            <a:r>
              <a:rPr lang="en-US" sz="2400" dirty="0">
                <a:solidFill>
                  <a:srgbClr val="222222"/>
                </a:solidFill>
                <a:ea typeface="+mn-lt"/>
                <a:cs typeface="+mn-lt"/>
              </a:rPr>
              <a:t> </a:t>
            </a:r>
            <a:r>
              <a:rPr lang="en-US" sz="2400" dirty="0" err="1">
                <a:solidFill>
                  <a:srgbClr val="222222"/>
                </a:solidFill>
                <a:ea typeface="+mn-lt"/>
                <a:cs typeface="+mn-lt"/>
              </a:rPr>
              <a:t>отдельные</a:t>
            </a:r>
            <a:r>
              <a:rPr lang="en-US" sz="2400" dirty="0">
                <a:solidFill>
                  <a:srgbClr val="222222"/>
                </a:solidFill>
                <a:ea typeface="+mn-lt"/>
                <a:cs typeface="+mn-lt"/>
              </a:rPr>
              <a:t> </a:t>
            </a:r>
            <a:r>
              <a:rPr lang="en-US" sz="2400" dirty="0" err="1">
                <a:solidFill>
                  <a:srgbClr val="222222"/>
                </a:solidFill>
                <a:ea typeface="+mn-lt"/>
                <a:cs typeface="+mn-lt"/>
              </a:rPr>
              <a:t>линии</a:t>
            </a:r>
            <a:r>
              <a:rPr lang="en-US" sz="2400" dirty="0">
                <a:solidFill>
                  <a:srgbClr val="222222"/>
                </a:solidFill>
                <a:ea typeface="+mn-lt"/>
                <a:cs typeface="+mn-lt"/>
              </a:rPr>
              <a:t>, а </a:t>
            </a:r>
            <a:r>
              <a:rPr lang="en-US" sz="2400" dirty="0" err="1">
                <a:solidFill>
                  <a:srgbClr val="222222"/>
                </a:solidFill>
                <a:ea typeface="+mn-lt"/>
                <a:cs typeface="+mn-lt"/>
              </a:rPr>
              <a:t>выходом</a:t>
            </a:r>
            <a:r>
              <a:rPr lang="en-US" sz="2400" dirty="0">
                <a:solidFill>
                  <a:srgbClr val="222222"/>
                </a:solidFill>
                <a:ea typeface="+mn-lt"/>
                <a:cs typeface="+mn-lt"/>
              </a:rPr>
              <a:t> </a:t>
            </a:r>
            <a:r>
              <a:rPr lang="en-US" sz="2400" dirty="0" err="1">
                <a:solidFill>
                  <a:srgbClr val="222222"/>
                </a:solidFill>
                <a:ea typeface="+mn-lt"/>
                <a:cs typeface="+mn-lt"/>
              </a:rPr>
              <a:t>является</a:t>
            </a:r>
            <a:r>
              <a:rPr lang="en-US" sz="2400" dirty="0">
                <a:solidFill>
                  <a:srgbClr val="222222"/>
                </a:solidFill>
                <a:ea typeface="+mn-lt"/>
                <a:cs typeface="+mn-lt"/>
              </a:rPr>
              <a:t> </a:t>
            </a:r>
            <a:r>
              <a:rPr lang="en-US" sz="2400" dirty="0" err="1">
                <a:solidFill>
                  <a:srgbClr val="222222"/>
                </a:solidFill>
                <a:ea typeface="+mn-lt"/>
                <a:cs typeface="+mn-lt"/>
              </a:rPr>
              <a:t>код</a:t>
            </a:r>
            <a:r>
              <a:rPr lang="en-US" sz="2400" dirty="0">
                <a:solidFill>
                  <a:srgbClr val="222222"/>
                </a:solidFill>
                <a:ea typeface="+mn-lt"/>
                <a:cs typeface="+mn-lt"/>
              </a:rPr>
              <a:t>.</a:t>
            </a:r>
            <a:endParaRPr lang="en-US" sz="2400"/>
          </a:p>
          <a:p>
            <a:pPr marL="171450" indent="-171450">
              <a:buFont typeface="Arial"/>
              <a:buChar char="•"/>
            </a:pPr>
            <a:r>
              <a:rPr lang="en-US" sz="2400" dirty="0">
                <a:solidFill>
                  <a:srgbClr val="222222"/>
                </a:solidFill>
                <a:ea typeface="+mn-lt"/>
                <a:cs typeface="+mn-lt"/>
              </a:rPr>
              <a:t> </a:t>
            </a:r>
            <a:r>
              <a:rPr lang="en-US" sz="2400" dirty="0" err="1">
                <a:solidFill>
                  <a:srgbClr val="222222"/>
                </a:solidFill>
                <a:ea typeface="+mn-lt"/>
                <a:cs typeface="+mn-lt"/>
              </a:rPr>
              <a:t>Если</a:t>
            </a:r>
            <a:r>
              <a:rPr lang="en-US" sz="2400" dirty="0">
                <a:solidFill>
                  <a:srgbClr val="222222"/>
                </a:solidFill>
                <a:ea typeface="+mn-lt"/>
                <a:cs typeface="+mn-lt"/>
              </a:rPr>
              <a:t> </a:t>
            </a:r>
            <a:r>
              <a:rPr lang="en-US" sz="2400" dirty="0" err="1">
                <a:solidFill>
                  <a:srgbClr val="222222"/>
                </a:solidFill>
                <a:ea typeface="+mn-lt"/>
                <a:cs typeface="+mn-lt"/>
              </a:rPr>
              <a:t>активировано</a:t>
            </a:r>
            <a:r>
              <a:rPr lang="en-US" sz="2400" dirty="0">
                <a:solidFill>
                  <a:srgbClr val="222222"/>
                </a:solidFill>
                <a:ea typeface="+mn-lt"/>
                <a:cs typeface="+mn-lt"/>
              </a:rPr>
              <a:t> </a:t>
            </a:r>
            <a:r>
              <a:rPr lang="en-US" sz="2400" dirty="0" err="1">
                <a:solidFill>
                  <a:srgbClr val="222222"/>
                </a:solidFill>
                <a:ea typeface="+mn-lt"/>
                <a:cs typeface="+mn-lt"/>
              </a:rPr>
              <a:t>несколько</a:t>
            </a:r>
            <a:r>
              <a:rPr lang="en-US" sz="2400" dirty="0">
                <a:solidFill>
                  <a:srgbClr val="222222"/>
                </a:solidFill>
                <a:ea typeface="+mn-lt"/>
                <a:cs typeface="+mn-lt"/>
              </a:rPr>
              <a:t> </a:t>
            </a:r>
            <a:r>
              <a:rPr lang="en-US" sz="2400" dirty="0" err="1">
                <a:solidFill>
                  <a:srgbClr val="222222"/>
                </a:solidFill>
                <a:ea typeface="+mn-lt"/>
                <a:cs typeface="+mn-lt"/>
              </a:rPr>
              <a:t>входов</a:t>
            </a:r>
            <a:r>
              <a:rPr lang="en-US" sz="2400" dirty="0">
                <a:solidFill>
                  <a:srgbClr val="222222"/>
                </a:solidFill>
                <a:ea typeface="+mn-lt"/>
                <a:cs typeface="+mn-lt"/>
              </a:rPr>
              <a:t> </a:t>
            </a:r>
            <a:r>
              <a:rPr lang="en-US" sz="2400" dirty="0" err="1">
                <a:solidFill>
                  <a:srgbClr val="222222"/>
                </a:solidFill>
                <a:ea typeface="+mn-lt"/>
                <a:cs typeface="+mn-lt"/>
              </a:rPr>
              <a:t>одновременно</a:t>
            </a:r>
            <a:r>
              <a:rPr lang="en-US" sz="2400" dirty="0">
                <a:solidFill>
                  <a:srgbClr val="222222"/>
                </a:solidFill>
                <a:ea typeface="+mn-lt"/>
                <a:cs typeface="+mn-lt"/>
              </a:rPr>
              <a:t>, </a:t>
            </a:r>
            <a:r>
              <a:rPr lang="en-US" sz="2400" dirty="0" err="1">
                <a:solidFill>
                  <a:srgbClr val="222222"/>
                </a:solidFill>
                <a:ea typeface="+mn-lt"/>
                <a:cs typeface="+mn-lt"/>
              </a:rPr>
              <a:t>то</a:t>
            </a:r>
            <a:r>
              <a:rPr lang="en-US" sz="2400" dirty="0">
                <a:solidFill>
                  <a:srgbClr val="222222"/>
                </a:solidFill>
                <a:ea typeface="+mn-lt"/>
                <a:cs typeface="+mn-lt"/>
              </a:rPr>
              <a:t> в </a:t>
            </a:r>
            <a:r>
              <a:rPr lang="en-US" sz="2400" dirty="0" err="1">
                <a:solidFill>
                  <a:srgbClr val="222222"/>
                </a:solidFill>
                <a:ea typeface="+mn-lt"/>
                <a:cs typeface="+mn-lt"/>
              </a:rPr>
              <a:t>зависимости</a:t>
            </a:r>
            <a:r>
              <a:rPr lang="en-US" sz="2400" dirty="0">
                <a:solidFill>
                  <a:srgbClr val="222222"/>
                </a:solidFill>
                <a:ea typeface="+mn-lt"/>
                <a:cs typeface="+mn-lt"/>
              </a:rPr>
              <a:t> </a:t>
            </a:r>
            <a:r>
              <a:rPr lang="en-US" sz="2400" dirty="0" err="1">
                <a:solidFill>
                  <a:srgbClr val="222222"/>
                </a:solidFill>
                <a:ea typeface="+mn-lt"/>
                <a:cs typeface="+mn-lt"/>
              </a:rPr>
              <a:t>от</a:t>
            </a:r>
            <a:r>
              <a:rPr lang="en-US" sz="2400" dirty="0">
                <a:solidFill>
                  <a:srgbClr val="222222"/>
                </a:solidFill>
                <a:ea typeface="+mn-lt"/>
                <a:cs typeface="+mn-lt"/>
              </a:rPr>
              <a:t> </a:t>
            </a:r>
            <a:r>
              <a:rPr lang="en-US" sz="2400" dirty="0" err="1">
                <a:solidFill>
                  <a:srgbClr val="222222"/>
                </a:solidFill>
                <a:ea typeface="+mn-lt"/>
                <a:cs typeface="+mn-lt"/>
              </a:rPr>
              <a:t>типа</a:t>
            </a:r>
            <a:r>
              <a:rPr lang="en-US" sz="2400" dirty="0">
                <a:solidFill>
                  <a:srgbClr val="222222"/>
                </a:solidFill>
                <a:ea typeface="+mn-lt"/>
                <a:cs typeface="+mn-lt"/>
              </a:rPr>
              <a:t> </a:t>
            </a:r>
            <a:r>
              <a:rPr lang="en-US" sz="2400" dirty="0" err="1">
                <a:solidFill>
                  <a:srgbClr val="222222"/>
                </a:solidFill>
                <a:ea typeface="+mn-lt"/>
                <a:cs typeface="+mn-lt"/>
              </a:rPr>
              <a:t>шифратора</a:t>
            </a:r>
            <a:r>
              <a:rPr lang="en-US" sz="2400" dirty="0">
                <a:solidFill>
                  <a:srgbClr val="222222"/>
                </a:solidFill>
                <a:ea typeface="+mn-lt"/>
                <a:cs typeface="+mn-lt"/>
              </a:rPr>
              <a:t> </a:t>
            </a:r>
            <a:r>
              <a:rPr lang="en-US" sz="2400" dirty="0" err="1">
                <a:solidFill>
                  <a:srgbClr val="222222"/>
                </a:solidFill>
                <a:ea typeface="+mn-lt"/>
                <a:cs typeface="+mn-lt"/>
              </a:rPr>
              <a:t>может</a:t>
            </a:r>
            <a:r>
              <a:rPr lang="en-US" sz="2400" dirty="0">
                <a:solidFill>
                  <a:srgbClr val="222222"/>
                </a:solidFill>
                <a:ea typeface="+mn-lt"/>
                <a:cs typeface="+mn-lt"/>
              </a:rPr>
              <a:t> </a:t>
            </a:r>
            <a:r>
              <a:rPr lang="en-US" sz="2400" dirty="0" err="1">
                <a:solidFill>
                  <a:srgbClr val="222222"/>
                </a:solidFill>
                <a:ea typeface="+mn-lt"/>
                <a:cs typeface="+mn-lt"/>
              </a:rPr>
              <a:t>выдаваться</a:t>
            </a:r>
            <a:r>
              <a:rPr lang="en-US" sz="2400" dirty="0">
                <a:solidFill>
                  <a:srgbClr val="222222"/>
                </a:solidFill>
                <a:ea typeface="+mn-lt"/>
                <a:cs typeface="+mn-lt"/>
              </a:rPr>
              <a:t> </a:t>
            </a:r>
            <a:r>
              <a:rPr lang="en-US" sz="2400" dirty="0" err="1">
                <a:solidFill>
                  <a:srgbClr val="222222"/>
                </a:solidFill>
                <a:ea typeface="+mn-lt"/>
                <a:cs typeface="+mn-lt"/>
              </a:rPr>
              <a:t>код</a:t>
            </a:r>
            <a:r>
              <a:rPr lang="en-US" sz="2400" dirty="0">
                <a:solidFill>
                  <a:srgbClr val="222222"/>
                </a:solidFill>
                <a:ea typeface="+mn-lt"/>
                <a:cs typeface="+mn-lt"/>
              </a:rPr>
              <a:t> с </a:t>
            </a:r>
            <a:r>
              <a:rPr lang="en-US" sz="2400" dirty="0" err="1">
                <a:solidFill>
                  <a:srgbClr val="222222"/>
                </a:solidFill>
                <a:ea typeface="+mn-lt"/>
                <a:cs typeface="+mn-lt"/>
              </a:rPr>
              <a:t>наибольшим</a:t>
            </a:r>
            <a:r>
              <a:rPr lang="en-US" sz="2400" dirty="0">
                <a:solidFill>
                  <a:srgbClr val="222222"/>
                </a:solidFill>
                <a:ea typeface="+mn-lt"/>
                <a:cs typeface="+mn-lt"/>
              </a:rPr>
              <a:t> </a:t>
            </a:r>
            <a:r>
              <a:rPr lang="en-US" sz="2400" dirty="0" err="1">
                <a:solidFill>
                  <a:srgbClr val="222222"/>
                </a:solidFill>
                <a:ea typeface="+mn-lt"/>
                <a:cs typeface="+mn-lt"/>
              </a:rPr>
              <a:t>приоритетом</a:t>
            </a:r>
            <a:r>
              <a:rPr lang="en-US" sz="2400" dirty="0">
                <a:solidFill>
                  <a:srgbClr val="222222"/>
                </a:solidFill>
                <a:ea typeface="+mn-lt"/>
                <a:cs typeface="+mn-lt"/>
              </a:rPr>
              <a:t> </a:t>
            </a:r>
            <a:r>
              <a:rPr lang="en-US" sz="2400" dirty="0" err="1">
                <a:solidFill>
                  <a:srgbClr val="222222"/>
                </a:solidFill>
                <a:ea typeface="+mn-lt"/>
                <a:cs typeface="+mn-lt"/>
              </a:rPr>
              <a:t>либо</a:t>
            </a:r>
            <a:r>
              <a:rPr lang="en-US" sz="2400" dirty="0">
                <a:solidFill>
                  <a:srgbClr val="222222"/>
                </a:solidFill>
                <a:ea typeface="+mn-lt"/>
                <a:cs typeface="+mn-lt"/>
              </a:rPr>
              <a:t> </a:t>
            </a:r>
            <a:r>
              <a:rPr lang="en-US" sz="2400" dirty="0" err="1">
                <a:solidFill>
                  <a:srgbClr val="222222"/>
                </a:solidFill>
                <a:ea typeface="+mn-lt"/>
                <a:cs typeface="+mn-lt"/>
              </a:rPr>
              <a:t>результат</a:t>
            </a:r>
            <a:r>
              <a:rPr lang="en-US" sz="2400" dirty="0">
                <a:solidFill>
                  <a:srgbClr val="222222"/>
                </a:solidFill>
                <a:ea typeface="+mn-lt"/>
                <a:cs typeface="+mn-lt"/>
              </a:rPr>
              <a:t> </a:t>
            </a:r>
            <a:r>
              <a:rPr lang="en-US" sz="2400" dirty="0" err="1">
                <a:solidFill>
                  <a:srgbClr val="222222"/>
                </a:solidFill>
                <a:ea typeface="+mn-lt"/>
                <a:cs typeface="+mn-lt"/>
              </a:rPr>
              <a:t>может</a:t>
            </a:r>
            <a:r>
              <a:rPr lang="en-US" sz="2400" dirty="0">
                <a:solidFill>
                  <a:srgbClr val="222222"/>
                </a:solidFill>
                <a:ea typeface="+mn-lt"/>
                <a:cs typeface="+mn-lt"/>
              </a:rPr>
              <a:t> </a:t>
            </a:r>
            <a:r>
              <a:rPr lang="en-US" sz="2400" dirty="0" err="1">
                <a:solidFill>
                  <a:srgbClr val="222222"/>
                </a:solidFill>
                <a:ea typeface="+mn-lt"/>
                <a:cs typeface="+mn-lt"/>
              </a:rPr>
              <a:t>быть</a:t>
            </a:r>
            <a:r>
              <a:rPr lang="en-US" sz="2400" dirty="0">
                <a:solidFill>
                  <a:srgbClr val="222222"/>
                </a:solidFill>
                <a:ea typeface="+mn-lt"/>
                <a:cs typeface="+mn-lt"/>
              </a:rPr>
              <a:t> </a:t>
            </a:r>
            <a:r>
              <a:rPr lang="en-US" sz="2400" dirty="0" err="1">
                <a:solidFill>
                  <a:srgbClr val="222222"/>
                </a:solidFill>
                <a:ea typeface="+mn-lt"/>
                <a:cs typeface="+mn-lt"/>
              </a:rPr>
              <a:t>неопределённым</a:t>
            </a:r>
            <a:r>
              <a:rPr lang="en-US" sz="2400" dirty="0">
                <a:solidFill>
                  <a:srgbClr val="222222"/>
                </a:solidFill>
                <a:ea typeface="+mn-lt"/>
                <a:cs typeface="+mn-lt"/>
              </a:rPr>
              <a:t>.</a:t>
            </a:r>
            <a:endParaRPr lang="ru-RU" sz="2400">
              <a:ea typeface="+mn-lt"/>
              <a:cs typeface="+mn-lt"/>
            </a:endParaRPr>
          </a:p>
          <a:p>
            <a:pPr marL="171450" indent="-171450">
              <a:buFont typeface="Arial"/>
              <a:buChar char="•"/>
            </a:pPr>
            <a:r>
              <a:rPr lang="en-US" sz="2400" dirty="0">
                <a:solidFill>
                  <a:srgbClr val="222222"/>
                </a:solidFill>
                <a:ea typeface="+mn-lt"/>
                <a:cs typeface="+mn-lt"/>
              </a:rPr>
              <a:t> </a:t>
            </a:r>
            <a:r>
              <a:rPr lang="en-US" sz="2400" dirty="0" err="1">
                <a:solidFill>
                  <a:srgbClr val="222222"/>
                </a:solidFill>
                <a:ea typeface="+mn-lt"/>
                <a:cs typeface="+mn-lt"/>
              </a:rPr>
              <a:t>Если</a:t>
            </a:r>
            <a:r>
              <a:rPr lang="en-US" sz="2400" dirty="0">
                <a:solidFill>
                  <a:srgbClr val="222222"/>
                </a:solidFill>
                <a:ea typeface="+mn-lt"/>
                <a:cs typeface="+mn-lt"/>
              </a:rPr>
              <a:t> </a:t>
            </a:r>
            <a:r>
              <a:rPr lang="en-US" sz="2400" dirty="0" err="1">
                <a:solidFill>
                  <a:srgbClr val="222222"/>
                </a:solidFill>
                <a:ea typeface="+mn-lt"/>
                <a:cs typeface="+mn-lt"/>
              </a:rPr>
              <a:t>количество</a:t>
            </a:r>
            <a:r>
              <a:rPr lang="en-US" sz="2400" dirty="0">
                <a:solidFill>
                  <a:srgbClr val="222222"/>
                </a:solidFill>
                <a:ea typeface="+mn-lt"/>
                <a:cs typeface="+mn-lt"/>
              </a:rPr>
              <a:t> </a:t>
            </a:r>
            <a:r>
              <a:rPr lang="en-US" sz="2400" dirty="0" err="1">
                <a:solidFill>
                  <a:srgbClr val="222222"/>
                </a:solidFill>
                <a:ea typeface="+mn-lt"/>
                <a:cs typeface="+mn-lt"/>
              </a:rPr>
              <a:t>входов</a:t>
            </a:r>
            <a:r>
              <a:rPr lang="en-US" sz="2400" dirty="0">
                <a:solidFill>
                  <a:srgbClr val="222222"/>
                </a:solidFill>
                <a:ea typeface="+mn-lt"/>
                <a:cs typeface="+mn-lt"/>
              </a:rPr>
              <a:t> </a:t>
            </a:r>
            <a:r>
              <a:rPr lang="en-US" sz="2400" dirty="0" err="1">
                <a:solidFill>
                  <a:srgbClr val="222222"/>
                </a:solidFill>
                <a:ea typeface="+mn-lt"/>
                <a:cs typeface="+mn-lt"/>
              </a:rPr>
              <a:t>настолько</a:t>
            </a:r>
            <a:r>
              <a:rPr lang="en-US" sz="2400" dirty="0">
                <a:solidFill>
                  <a:srgbClr val="222222"/>
                </a:solidFill>
                <a:ea typeface="+mn-lt"/>
                <a:cs typeface="+mn-lt"/>
              </a:rPr>
              <a:t> </a:t>
            </a:r>
            <a:r>
              <a:rPr lang="en-US" sz="2400" dirty="0" err="1">
                <a:solidFill>
                  <a:srgbClr val="222222"/>
                </a:solidFill>
                <a:ea typeface="+mn-lt"/>
                <a:cs typeface="+mn-lt"/>
              </a:rPr>
              <a:t>велико</a:t>
            </a:r>
            <a:r>
              <a:rPr lang="en-US" sz="2400" dirty="0">
                <a:solidFill>
                  <a:srgbClr val="222222"/>
                </a:solidFill>
                <a:ea typeface="+mn-lt"/>
                <a:cs typeface="+mn-lt"/>
              </a:rPr>
              <a:t>, </a:t>
            </a:r>
            <a:r>
              <a:rPr lang="en-US" sz="2400" dirty="0" err="1">
                <a:solidFill>
                  <a:srgbClr val="222222"/>
                </a:solidFill>
                <a:ea typeface="+mn-lt"/>
                <a:cs typeface="+mn-lt"/>
              </a:rPr>
              <a:t>что</a:t>
            </a:r>
            <a:r>
              <a:rPr lang="en-US" sz="2400" dirty="0">
                <a:solidFill>
                  <a:srgbClr val="222222"/>
                </a:solidFill>
                <a:ea typeface="+mn-lt"/>
                <a:cs typeface="+mn-lt"/>
              </a:rPr>
              <a:t> в </a:t>
            </a:r>
            <a:r>
              <a:rPr lang="en-US" sz="2400" dirty="0" err="1">
                <a:solidFill>
                  <a:srgbClr val="222222"/>
                </a:solidFill>
                <a:ea typeface="+mn-lt"/>
                <a:cs typeface="+mn-lt"/>
              </a:rPr>
              <a:t>шифраторе</a:t>
            </a:r>
            <a:r>
              <a:rPr lang="en-US" sz="2400" dirty="0">
                <a:solidFill>
                  <a:srgbClr val="222222"/>
                </a:solidFill>
                <a:ea typeface="+mn-lt"/>
                <a:cs typeface="+mn-lt"/>
              </a:rPr>
              <a:t> </a:t>
            </a:r>
            <a:r>
              <a:rPr lang="en-US" sz="2400" dirty="0" err="1">
                <a:solidFill>
                  <a:srgbClr val="222222"/>
                </a:solidFill>
                <a:ea typeface="+mn-lt"/>
                <a:cs typeface="+mn-lt"/>
              </a:rPr>
              <a:t>используются</a:t>
            </a:r>
            <a:r>
              <a:rPr lang="en-US" sz="2400" dirty="0">
                <a:solidFill>
                  <a:srgbClr val="222222"/>
                </a:solidFill>
                <a:ea typeface="+mn-lt"/>
                <a:cs typeface="+mn-lt"/>
              </a:rPr>
              <a:t> </a:t>
            </a:r>
            <a:r>
              <a:rPr lang="en-US" sz="2400" dirty="0" err="1">
                <a:solidFill>
                  <a:srgbClr val="222222"/>
                </a:solidFill>
                <a:ea typeface="+mn-lt"/>
                <a:cs typeface="+mn-lt"/>
              </a:rPr>
              <a:t>все</a:t>
            </a:r>
            <a:r>
              <a:rPr lang="en-US" sz="2400" dirty="0">
                <a:solidFill>
                  <a:srgbClr val="222222"/>
                </a:solidFill>
                <a:ea typeface="+mn-lt"/>
                <a:cs typeface="+mn-lt"/>
              </a:rPr>
              <a:t> </a:t>
            </a:r>
            <a:r>
              <a:rPr lang="en-US" sz="2400" dirty="0" err="1">
                <a:solidFill>
                  <a:srgbClr val="222222"/>
                </a:solidFill>
                <a:ea typeface="+mn-lt"/>
                <a:cs typeface="+mn-lt"/>
              </a:rPr>
              <a:t>возможные</a:t>
            </a:r>
            <a:r>
              <a:rPr lang="en-US" sz="2400" dirty="0">
                <a:solidFill>
                  <a:srgbClr val="222222"/>
                </a:solidFill>
                <a:ea typeface="+mn-lt"/>
                <a:cs typeface="+mn-lt"/>
              </a:rPr>
              <a:t> </a:t>
            </a:r>
            <a:r>
              <a:rPr lang="en-US" sz="2400" dirty="0" err="1">
                <a:solidFill>
                  <a:srgbClr val="222222"/>
                </a:solidFill>
                <a:ea typeface="+mn-lt"/>
                <a:cs typeface="+mn-lt"/>
              </a:rPr>
              <a:t>комбинации</a:t>
            </a:r>
            <a:r>
              <a:rPr lang="en-US" sz="2400" dirty="0">
                <a:solidFill>
                  <a:srgbClr val="222222"/>
                </a:solidFill>
                <a:ea typeface="+mn-lt"/>
                <a:cs typeface="+mn-lt"/>
              </a:rPr>
              <a:t> </a:t>
            </a:r>
            <a:r>
              <a:rPr lang="en-US" sz="2400" dirty="0" err="1">
                <a:solidFill>
                  <a:srgbClr val="222222"/>
                </a:solidFill>
                <a:ea typeface="+mn-lt"/>
                <a:cs typeface="+mn-lt"/>
              </a:rPr>
              <a:t>сигналов</a:t>
            </a:r>
            <a:r>
              <a:rPr lang="en-US" sz="2400" dirty="0">
                <a:solidFill>
                  <a:srgbClr val="222222"/>
                </a:solidFill>
                <a:ea typeface="+mn-lt"/>
                <a:cs typeface="+mn-lt"/>
              </a:rPr>
              <a:t> </a:t>
            </a:r>
            <a:r>
              <a:rPr lang="en-US" sz="2400" dirty="0" err="1">
                <a:solidFill>
                  <a:srgbClr val="222222"/>
                </a:solidFill>
                <a:ea typeface="+mn-lt"/>
                <a:cs typeface="+mn-lt"/>
              </a:rPr>
              <a:t>на</a:t>
            </a:r>
            <a:r>
              <a:rPr lang="en-US" sz="2400" dirty="0">
                <a:solidFill>
                  <a:srgbClr val="222222"/>
                </a:solidFill>
                <a:ea typeface="+mn-lt"/>
                <a:cs typeface="+mn-lt"/>
              </a:rPr>
              <a:t> </a:t>
            </a:r>
            <a:r>
              <a:rPr lang="en-US" sz="2400" dirty="0" err="1">
                <a:solidFill>
                  <a:srgbClr val="222222"/>
                </a:solidFill>
                <a:ea typeface="+mn-lt"/>
                <a:cs typeface="+mn-lt"/>
              </a:rPr>
              <a:t>выходе</a:t>
            </a:r>
            <a:r>
              <a:rPr lang="en-US" sz="2400" dirty="0">
                <a:solidFill>
                  <a:srgbClr val="222222"/>
                </a:solidFill>
                <a:ea typeface="+mn-lt"/>
                <a:cs typeface="+mn-lt"/>
              </a:rPr>
              <a:t>, </a:t>
            </a:r>
            <a:r>
              <a:rPr lang="en-US" sz="2400" dirty="0" err="1">
                <a:solidFill>
                  <a:srgbClr val="222222"/>
                </a:solidFill>
                <a:ea typeface="+mn-lt"/>
                <a:cs typeface="+mn-lt"/>
              </a:rPr>
              <a:t>то</a:t>
            </a:r>
            <a:r>
              <a:rPr lang="en-US" sz="2400" dirty="0">
                <a:solidFill>
                  <a:srgbClr val="222222"/>
                </a:solidFill>
                <a:ea typeface="+mn-lt"/>
                <a:cs typeface="+mn-lt"/>
              </a:rPr>
              <a:t> </a:t>
            </a:r>
            <a:r>
              <a:rPr lang="en-US" sz="2400" dirty="0" err="1">
                <a:solidFill>
                  <a:srgbClr val="222222"/>
                </a:solidFill>
                <a:ea typeface="+mn-lt"/>
                <a:cs typeface="+mn-lt"/>
              </a:rPr>
              <a:t>такой</a:t>
            </a:r>
            <a:r>
              <a:rPr lang="en-US" sz="2400" dirty="0">
                <a:solidFill>
                  <a:srgbClr val="222222"/>
                </a:solidFill>
                <a:ea typeface="+mn-lt"/>
                <a:cs typeface="+mn-lt"/>
              </a:rPr>
              <a:t> </a:t>
            </a:r>
            <a:r>
              <a:rPr lang="en-US" sz="2400" dirty="0" err="1">
                <a:solidFill>
                  <a:srgbClr val="222222"/>
                </a:solidFill>
                <a:ea typeface="+mn-lt"/>
                <a:cs typeface="+mn-lt"/>
              </a:rPr>
              <a:t>шифратор</a:t>
            </a:r>
            <a:r>
              <a:rPr lang="en-US" sz="2400" dirty="0">
                <a:solidFill>
                  <a:srgbClr val="222222"/>
                </a:solidFill>
                <a:ea typeface="+mn-lt"/>
                <a:cs typeface="+mn-lt"/>
              </a:rPr>
              <a:t> </a:t>
            </a:r>
            <a:r>
              <a:rPr lang="en-US" sz="2400" dirty="0" err="1">
                <a:solidFill>
                  <a:srgbClr val="222222"/>
                </a:solidFill>
                <a:ea typeface="+mn-lt"/>
                <a:cs typeface="+mn-lt"/>
              </a:rPr>
              <a:t>называется</a:t>
            </a:r>
            <a:r>
              <a:rPr lang="en-US" sz="2400" dirty="0">
                <a:solidFill>
                  <a:srgbClr val="222222"/>
                </a:solidFill>
                <a:ea typeface="+mn-lt"/>
                <a:cs typeface="+mn-lt"/>
              </a:rPr>
              <a:t> </a:t>
            </a:r>
            <a:r>
              <a:rPr lang="en-US" sz="2400" dirty="0" err="1">
                <a:solidFill>
                  <a:srgbClr val="222222"/>
                </a:solidFill>
                <a:ea typeface="+mn-lt"/>
                <a:cs typeface="+mn-lt"/>
              </a:rPr>
              <a:t>полным</a:t>
            </a:r>
            <a:r>
              <a:rPr lang="en-US" sz="2400" dirty="0">
                <a:solidFill>
                  <a:srgbClr val="222222"/>
                </a:solidFill>
                <a:ea typeface="+mn-lt"/>
                <a:cs typeface="+mn-lt"/>
              </a:rPr>
              <a:t>, </a:t>
            </a:r>
            <a:r>
              <a:rPr lang="en-US" sz="2400" dirty="0" err="1">
                <a:solidFill>
                  <a:srgbClr val="222222"/>
                </a:solidFill>
                <a:ea typeface="+mn-lt"/>
                <a:cs typeface="+mn-lt"/>
              </a:rPr>
              <a:t>если</a:t>
            </a:r>
            <a:r>
              <a:rPr lang="en-US" sz="2400" dirty="0">
                <a:solidFill>
                  <a:srgbClr val="222222"/>
                </a:solidFill>
                <a:ea typeface="+mn-lt"/>
                <a:cs typeface="+mn-lt"/>
              </a:rPr>
              <a:t> </a:t>
            </a:r>
            <a:r>
              <a:rPr lang="en-US" sz="2400" dirty="0" err="1">
                <a:solidFill>
                  <a:srgbClr val="222222"/>
                </a:solidFill>
                <a:ea typeface="+mn-lt"/>
                <a:cs typeface="+mn-lt"/>
              </a:rPr>
              <a:t>не</a:t>
            </a:r>
            <a:r>
              <a:rPr lang="en-US" sz="2400" dirty="0">
                <a:solidFill>
                  <a:srgbClr val="222222"/>
                </a:solidFill>
                <a:ea typeface="+mn-lt"/>
                <a:cs typeface="+mn-lt"/>
              </a:rPr>
              <a:t> </a:t>
            </a:r>
            <a:r>
              <a:rPr lang="en-US" sz="2400" dirty="0" err="1">
                <a:solidFill>
                  <a:srgbClr val="222222"/>
                </a:solidFill>
                <a:ea typeface="+mn-lt"/>
                <a:cs typeface="+mn-lt"/>
              </a:rPr>
              <a:t>все</a:t>
            </a:r>
            <a:r>
              <a:rPr lang="en-US" sz="2400" dirty="0">
                <a:solidFill>
                  <a:srgbClr val="222222"/>
                </a:solidFill>
                <a:ea typeface="+mn-lt"/>
                <a:cs typeface="+mn-lt"/>
              </a:rPr>
              <a:t> — </a:t>
            </a:r>
            <a:r>
              <a:rPr lang="en-US" sz="2400" dirty="0" err="1">
                <a:solidFill>
                  <a:srgbClr val="222222"/>
                </a:solidFill>
                <a:ea typeface="+mn-lt"/>
                <a:cs typeface="+mn-lt"/>
              </a:rPr>
              <a:t>неполным</a:t>
            </a:r>
            <a:r>
              <a:rPr lang="en-US" sz="2400" dirty="0">
                <a:solidFill>
                  <a:srgbClr val="222222"/>
                </a:solidFill>
                <a:ea typeface="+mn-lt"/>
                <a:cs typeface="+mn-lt"/>
              </a:rPr>
              <a:t>.</a:t>
            </a:r>
            <a:endParaRPr lang="en-US" sz="2400">
              <a:ea typeface="+mn-lt"/>
              <a:cs typeface="+mn-lt"/>
            </a:endParaRPr>
          </a:p>
          <a:p>
            <a:endParaRPr lang="en-US" sz="4400" b="1" dirty="0">
              <a:solidFill>
                <a:srgbClr val="222222"/>
              </a:solidFill>
            </a:endParaRPr>
          </a:p>
        </p:txBody>
      </p:sp>
    </p:spTree>
    <p:extLst>
      <p:ext uri="{BB962C8B-B14F-4D97-AF65-F5344CB8AC3E}">
        <p14:creationId xmlns:p14="http://schemas.microsoft.com/office/powerpoint/2010/main" val="3294987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6A2BA-DAD3-EF8B-011D-07E0D8F8FEC5}"/>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381714EC-2F76-166F-793E-E3DCE6A517D5}"/>
              </a:ext>
            </a:extLst>
          </p:cNvPr>
          <p:cNvSpPr>
            <a:spLocks noGrp="1"/>
          </p:cNvSpPr>
          <p:nvPr>
            <p:ph idx="1"/>
          </p:nvPr>
        </p:nvSpPr>
        <p:spPr>
          <a:xfrm>
            <a:off x="838200" y="1825625"/>
            <a:ext cx="6553200" cy="4351338"/>
          </a:xfrm>
        </p:spPr>
        <p:txBody>
          <a:bodyPr vert="horz" lIns="91440" tIns="45720" rIns="91440" bIns="45720" rtlCol="0" anchor="t">
            <a:normAutofit/>
          </a:bodyPr>
          <a:lstStyle/>
          <a:p>
            <a:pPr>
              <a:buNone/>
            </a:pPr>
            <a:endParaRPr lang="ru-RU" sz="1500" dirty="0">
              <a:solidFill>
                <a:srgbClr val="191919"/>
              </a:solidFill>
              <a:latin typeface="PT Serif"/>
              <a:ea typeface="Roboto"/>
              <a:cs typeface="Roboto"/>
            </a:endParaRPr>
          </a:p>
          <a:p>
            <a:pPr marL="0" indent="0">
              <a:buNone/>
            </a:pPr>
            <a:endParaRPr lang="ru-RU" sz="2000" dirty="0">
              <a:latin typeface="Roboto"/>
              <a:ea typeface="Roboto"/>
              <a:cs typeface="Roboto"/>
            </a:endParaRPr>
          </a:p>
        </p:txBody>
      </p:sp>
      <mc:AlternateContent xmlns:mc="http://schemas.openxmlformats.org/markup-compatibility/2006">
        <mc:Choice xmlns:p14="http://schemas.microsoft.com/office/powerpoint/2010/main" Requires="p14">
          <p:contentPart p14:bwMode="auto" r:id="rId2">
            <p14:nvContentPartPr>
              <p14:cNvPr id="5" name="Рукописный ввод 4">
                <a:extLst>
                  <a:ext uri="{FF2B5EF4-FFF2-40B4-BE49-F238E27FC236}">
                    <a16:creationId xmlns:a16="http://schemas.microsoft.com/office/drawing/2014/main" id="{1FBAA077-32F8-6C0F-619E-4D798E34F7A6}"/>
                  </a:ext>
                </a:extLst>
              </p14:cNvPr>
              <p14:cNvContentPartPr/>
              <p14:nvPr/>
            </p14:nvContentPartPr>
            <p14:xfrm>
              <a:off x="8646160" y="5740400"/>
              <a:ext cx="10160" cy="10160"/>
            </p14:xfrm>
          </p:contentPart>
        </mc:Choice>
        <mc:Fallback>
          <p:pic>
            <p:nvPicPr>
              <p:cNvPr id="5" name="Рукописный ввод 4">
                <a:extLst>
                  <a:ext uri="{FF2B5EF4-FFF2-40B4-BE49-F238E27FC236}">
                    <a16:creationId xmlns:a16="http://schemas.microsoft.com/office/drawing/2014/main" id="{1FBAA077-32F8-6C0F-619E-4D798E34F7A6}"/>
                  </a:ext>
                </a:extLst>
              </p:cNvPr>
              <p:cNvPicPr/>
              <p:nvPr/>
            </p:nvPicPr>
            <p:blipFill>
              <a:blip r:embed="rId3"/>
              <a:stretch>
                <a:fillRect/>
              </a:stretch>
            </p:blipFill>
            <p:spPr>
              <a:xfrm>
                <a:off x="6868160" y="3962400"/>
                <a:ext cx="3556000" cy="3556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Рукописный ввод 5">
                <a:extLst>
                  <a:ext uri="{FF2B5EF4-FFF2-40B4-BE49-F238E27FC236}">
                    <a16:creationId xmlns:a16="http://schemas.microsoft.com/office/drawing/2014/main" id="{EA122C90-CBB2-5788-9C73-960F1A83E09E}"/>
                  </a:ext>
                </a:extLst>
              </p14:cNvPr>
              <p14:cNvContentPartPr/>
              <p14:nvPr/>
            </p14:nvContentPartPr>
            <p14:xfrm>
              <a:off x="10576560" y="5506720"/>
              <a:ext cx="10160" cy="10160"/>
            </p14:xfrm>
          </p:contentPart>
        </mc:Choice>
        <mc:Fallback>
          <p:pic>
            <p:nvPicPr>
              <p:cNvPr id="6" name="Рукописный ввод 5">
                <a:extLst>
                  <a:ext uri="{FF2B5EF4-FFF2-40B4-BE49-F238E27FC236}">
                    <a16:creationId xmlns:a16="http://schemas.microsoft.com/office/drawing/2014/main" id="{EA122C90-CBB2-5788-9C73-960F1A83E09E}"/>
                  </a:ext>
                </a:extLst>
              </p:cNvPr>
              <p:cNvPicPr/>
              <p:nvPr/>
            </p:nvPicPr>
            <p:blipFill>
              <a:blip r:embed="rId3"/>
              <a:stretch>
                <a:fillRect/>
              </a:stretch>
            </p:blipFill>
            <p:spPr>
              <a:xfrm>
                <a:off x="8798560" y="3728720"/>
                <a:ext cx="3556000" cy="355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Рукописный ввод 6">
                <a:extLst>
                  <a:ext uri="{FF2B5EF4-FFF2-40B4-BE49-F238E27FC236}">
                    <a16:creationId xmlns:a16="http://schemas.microsoft.com/office/drawing/2014/main" id="{DE395D75-9F5D-A68A-01DE-0504DA916CED}"/>
                  </a:ext>
                </a:extLst>
              </p14:cNvPr>
              <p14:cNvContentPartPr/>
              <p14:nvPr/>
            </p14:nvContentPartPr>
            <p14:xfrm>
              <a:off x="10251440" y="5384800"/>
              <a:ext cx="10160" cy="10160"/>
            </p14:xfrm>
          </p:contentPart>
        </mc:Choice>
        <mc:Fallback>
          <p:pic>
            <p:nvPicPr>
              <p:cNvPr id="7" name="Рукописный ввод 6">
                <a:extLst>
                  <a:ext uri="{FF2B5EF4-FFF2-40B4-BE49-F238E27FC236}">
                    <a16:creationId xmlns:a16="http://schemas.microsoft.com/office/drawing/2014/main" id="{DE395D75-9F5D-A68A-01DE-0504DA916CED}"/>
                  </a:ext>
                </a:extLst>
              </p:cNvPr>
              <p:cNvPicPr/>
              <p:nvPr/>
            </p:nvPicPr>
            <p:blipFill>
              <a:blip r:embed="rId3"/>
              <a:stretch>
                <a:fillRect/>
              </a:stretch>
            </p:blipFill>
            <p:spPr>
              <a:xfrm>
                <a:off x="8473440" y="3606800"/>
                <a:ext cx="3556000" cy="355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Рукописный ввод 7">
                <a:extLst>
                  <a:ext uri="{FF2B5EF4-FFF2-40B4-BE49-F238E27FC236}">
                    <a16:creationId xmlns:a16="http://schemas.microsoft.com/office/drawing/2014/main" id="{C2CCE65F-3C1C-F28D-518C-0EEC38F62FAF}"/>
                  </a:ext>
                </a:extLst>
              </p14:cNvPr>
              <p14:cNvContentPartPr/>
              <p14:nvPr/>
            </p14:nvContentPartPr>
            <p14:xfrm>
              <a:off x="10027920" y="5029200"/>
              <a:ext cx="10160" cy="10160"/>
            </p14:xfrm>
          </p:contentPart>
        </mc:Choice>
        <mc:Fallback>
          <p:pic>
            <p:nvPicPr>
              <p:cNvPr id="8" name="Рукописный ввод 7">
                <a:extLst>
                  <a:ext uri="{FF2B5EF4-FFF2-40B4-BE49-F238E27FC236}">
                    <a16:creationId xmlns:a16="http://schemas.microsoft.com/office/drawing/2014/main" id="{C2CCE65F-3C1C-F28D-518C-0EEC38F62FAF}"/>
                  </a:ext>
                </a:extLst>
              </p:cNvPr>
              <p:cNvPicPr/>
              <p:nvPr/>
            </p:nvPicPr>
            <p:blipFill>
              <a:blip r:embed="rId3"/>
              <a:stretch>
                <a:fillRect/>
              </a:stretch>
            </p:blipFill>
            <p:spPr>
              <a:xfrm>
                <a:off x="8249920" y="3251200"/>
                <a:ext cx="3556000" cy="355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Рукописный ввод 8">
                <a:extLst>
                  <a:ext uri="{FF2B5EF4-FFF2-40B4-BE49-F238E27FC236}">
                    <a16:creationId xmlns:a16="http://schemas.microsoft.com/office/drawing/2014/main" id="{AEDD4ABD-E65C-822E-FDC1-A6D748759588}"/>
                  </a:ext>
                </a:extLst>
              </p14:cNvPr>
              <p14:cNvContentPartPr/>
              <p14:nvPr/>
            </p14:nvContentPartPr>
            <p14:xfrm flipV="1">
              <a:off x="71120" y="3048000"/>
              <a:ext cx="9712960" cy="132080"/>
            </p14:xfrm>
          </p:contentPart>
        </mc:Choice>
        <mc:Fallback>
          <p:pic>
            <p:nvPicPr>
              <p:cNvPr id="9" name="Рукописный ввод 8">
                <a:extLst>
                  <a:ext uri="{FF2B5EF4-FFF2-40B4-BE49-F238E27FC236}">
                    <a16:creationId xmlns:a16="http://schemas.microsoft.com/office/drawing/2014/main" id="{AEDD4ABD-E65C-822E-FDC1-A6D748759588}"/>
                  </a:ext>
                </a:extLst>
              </p:cNvPr>
              <p:cNvPicPr/>
              <p:nvPr/>
            </p:nvPicPr>
            <p:blipFill>
              <a:blip r:embed="rId8"/>
              <a:stretch>
                <a:fillRect/>
              </a:stretch>
            </p:blipFill>
            <p:spPr>
              <a:xfrm flipV="1">
                <a:off x="-1699696880" y="-20066000"/>
                <a:ext cx="2147483647" cy="46228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2" name="Рукописный ввод 11">
                <a:extLst>
                  <a:ext uri="{FF2B5EF4-FFF2-40B4-BE49-F238E27FC236}">
                    <a16:creationId xmlns:a16="http://schemas.microsoft.com/office/drawing/2014/main" id="{B0A7DDAD-1194-75BD-278D-EB15425DA266}"/>
                  </a:ext>
                </a:extLst>
              </p14:cNvPr>
              <p14:cNvContentPartPr/>
              <p14:nvPr/>
            </p14:nvContentPartPr>
            <p14:xfrm>
              <a:off x="1300480" y="1259840"/>
              <a:ext cx="10160" cy="10160"/>
            </p14:xfrm>
          </p:contentPart>
        </mc:Choice>
        <mc:Fallback>
          <p:pic>
            <p:nvPicPr>
              <p:cNvPr id="12" name="Рукописный ввод 11">
                <a:extLst>
                  <a:ext uri="{FF2B5EF4-FFF2-40B4-BE49-F238E27FC236}">
                    <a16:creationId xmlns:a16="http://schemas.microsoft.com/office/drawing/2014/main" id="{B0A7DDAD-1194-75BD-278D-EB15425DA266}"/>
                  </a:ext>
                </a:extLst>
              </p:cNvPr>
              <p:cNvPicPr/>
              <p:nvPr/>
            </p:nvPicPr>
            <p:blipFill>
              <a:blip r:embed="rId10"/>
              <a:stretch>
                <a:fillRect/>
              </a:stretch>
            </p:blipFill>
            <p:spPr>
              <a:xfrm>
                <a:off x="1152313" y="-518160"/>
                <a:ext cx="305647" cy="355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5" name="Рукописный ввод 14">
                <a:extLst>
                  <a:ext uri="{FF2B5EF4-FFF2-40B4-BE49-F238E27FC236}">
                    <a16:creationId xmlns:a16="http://schemas.microsoft.com/office/drawing/2014/main" id="{CA7EA296-EFC4-1673-8059-9A6930E5A29E}"/>
                  </a:ext>
                </a:extLst>
              </p14:cNvPr>
              <p14:cNvContentPartPr/>
              <p14:nvPr/>
            </p14:nvContentPartPr>
            <p14:xfrm>
              <a:off x="6020527" y="546349"/>
              <a:ext cx="1311558" cy="1172140"/>
            </p14:xfrm>
          </p:contentPart>
        </mc:Choice>
        <mc:Fallback>
          <p:pic>
            <p:nvPicPr>
              <p:cNvPr id="15" name="Рукописный ввод 14">
                <a:extLst>
                  <a:ext uri="{FF2B5EF4-FFF2-40B4-BE49-F238E27FC236}">
                    <a16:creationId xmlns:a16="http://schemas.microsoft.com/office/drawing/2014/main" id="{CA7EA296-EFC4-1673-8059-9A6930E5A29E}"/>
                  </a:ext>
                </a:extLst>
              </p:cNvPr>
              <p:cNvPicPr/>
              <p:nvPr/>
            </p:nvPicPr>
            <p:blipFill>
              <a:blip r:embed="rId12"/>
              <a:stretch>
                <a:fillRect/>
              </a:stretch>
            </p:blipFill>
            <p:spPr>
              <a:xfrm>
                <a:off x="5957541" y="483369"/>
                <a:ext cx="1437171" cy="1297739"/>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7" name="Рукописный ввод 16">
                <a:extLst>
                  <a:ext uri="{FF2B5EF4-FFF2-40B4-BE49-F238E27FC236}">
                    <a16:creationId xmlns:a16="http://schemas.microsoft.com/office/drawing/2014/main" id="{31BCF5DF-400B-7DD3-2BEE-045D4CD0036A}"/>
                  </a:ext>
                </a:extLst>
              </p14:cNvPr>
              <p14:cNvContentPartPr/>
              <p14:nvPr/>
            </p14:nvContentPartPr>
            <p14:xfrm>
              <a:off x="6211629" y="1577662"/>
              <a:ext cx="1236651" cy="64842"/>
            </p14:xfrm>
          </p:contentPart>
        </mc:Choice>
        <mc:Fallback>
          <p:pic>
            <p:nvPicPr>
              <p:cNvPr id="17" name="Рукописный ввод 16">
                <a:extLst>
                  <a:ext uri="{FF2B5EF4-FFF2-40B4-BE49-F238E27FC236}">
                    <a16:creationId xmlns:a16="http://schemas.microsoft.com/office/drawing/2014/main" id="{31BCF5DF-400B-7DD3-2BEE-045D4CD0036A}"/>
                  </a:ext>
                </a:extLst>
              </p:cNvPr>
              <p:cNvPicPr/>
              <p:nvPr/>
            </p:nvPicPr>
            <p:blipFill>
              <a:blip r:embed="rId14"/>
              <a:stretch>
                <a:fillRect/>
              </a:stretch>
            </p:blipFill>
            <p:spPr>
              <a:xfrm>
                <a:off x="6148645" y="1514969"/>
                <a:ext cx="1362260" cy="189869"/>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8" name="Рукописный ввод 17">
                <a:extLst>
                  <a:ext uri="{FF2B5EF4-FFF2-40B4-BE49-F238E27FC236}">
                    <a16:creationId xmlns:a16="http://schemas.microsoft.com/office/drawing/2014/main" id="{AE651AF9-EEA7-6856-D197-1388249B7C23}"/>
                  </a:ext>
                </a:extLst>
              </p14:cNvPr>
              <p14:cNvContentPartPr/>
              <p14:nvPr/>
            </p14:nvContentPartPr>
            <p14:xfrm flipH="1">
              <a:off x="7393784" y="715929"/>
              <a:ext cx="974549" cy="901315"/>
            </p14:xfrm>
          </p:contentPart>
        </mc:Choice>
        <mc:Fallback>
          <p:pic>
            <p:nvPicPr>
              <p:cNvPr id="18" name="Рукописный ввод 17">
                <a:extLst>
                  <a:ext uri="{FF2B5EF4-FFF2-40B4-BE49-F238E27FC236}">
                    <a16:creationId xmlns:a16="http://schemas.microsoft.com/office/drawing/2014/main" id="{AE651AF9-EEA7-6856-D197-1388249B7C23}"/>
                  </a:ext>
                </a:extLst>
              </p:cNvPr>
              <p:cNvPicPr/>
              <p:nvPr/>
            </p:nvPicPr>
            <p:blipFill>
              <a:blip r:embed="rId16"/>
              <a:stretch>
                <a:fillRect/>
              </a:stretch>
            </p:blipFill>
            <p:spPr>
              <a:xfrm flipH="1">
                <a:off x="7330642" y="652963"/>
                <a:ext cx="1100472" cy="1026887"/>
              </a:xfrm>
              <a:prstGeom prst="rect">
                <a:avLst/>
              </a:prstGeom>
            </p:spPr>
          </p:pic>
        </mc:Fallback>
      </mc:AlternateContent>
      <p:sp>
        <p:nvSpPr>
          <p:cNvPr id="2" name="Заголовок 1">
            <a:extLst>
              <a:ext uri="{FF2B5EF4-FFF2-40B4-BE49-F238E27FC236}">
                <a16:creationId xmlns:a16="http://schemas.microsoft.com/office/drawing/2014/main" id="{1298E841-AABB-E9E1-39BE-AAA562FEC3AA}"/>
              </a:ext>
            </a:extLst>
          </p:cNvPr>
          <p:cNvSpPr>
            <a:spLocks noGrp="1"/>
          </p:cNvSpPr>
          <p:nvPr>
            <p:ph type="title"/>
          </p:nvPr>
        </p:nvSpPr>
        <p:spPr>
          <a:xfrm>
            <a:off x="838200" y="365125"/>
            <a:ext cx="10515600" cy="900031"/>
          </a:xfrm>
        </p:spPr>
        <p:txBody>
          <a:bodyPr>
            <a:normAutofit/>
          </a:bodyPr>
          <a:lstStyle/>
          <a:p>
            <a:r>
              <a:rPr lang="en-US" sz="4000" b="1" dirty="0" err="1"/>
              <a:t>Дешифраторы</a:t>
            </a:r>
            <a:endParaRPr lang="ru-RU" sz="4000" dirty="0" err="1"/>
          </a:p>
        </p:txBody>
      </p:sp>
      <p:sp>
        <p:nvSpPr>
          <p:cNvPr id="4" name="TextBox 3">
            <a:extLst>
              <a:ext uri="{FF2B5EF4-FFF2-40B4-BE49-F238E27FC236}">
                <a16:creationId xmlns:a16="http://schemas.microsoft.com/office/drawing/2014/main" id="{84E0B680-D02A-8C71-078D-BCF761929D61}"/>
              </a:ext>
            </a:extLst>
          </p:cNvPr>
          <p:cNvSpPr txBox="1"/>
          <p:nvPr/>
        </p:nvSpPr>
        <p:spPr>
          <a:xfrm>
            <a:off x="834743" y="1342010"/>
            <a:ext cx="10512926"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1" dirty="0" err="1">
                <a:solidFill>
                  <a:srgbClr val="222222"/>
                </a:solidFill>
                <a:ea typeface="+mn-lt"/>
                <a:cs typeface="+mn-lt"/>
              </a:rPr>
              <a:t>Задача</a:t>
            </a:r>
            <a:r>
              <a:rPr lang="en-US" sz="2400" dirty="0">
                <a:solidFill>
                  <a:srgbClr val="222222"/>
                </a:solidFill>
                <a:ea typeface="+mn-lt"/>
                <a:cs typeface="+mn-lt"/>
              </a:rPr>
              <a:t>: </a:t>
            </a:r>
            <a:r>
              <a:rPr lang="en-US" sz="2400" dirty="0" err="1">
                <a:solidFill>
                  <a:srgbClr val="222222"/>
                </a:solidFill>
                <a:ea typeface="+mn-lt"/>
                <a:cs typeface="+mn-lt"/>
              </a:rPr>
              <a:t>преобразовать</a:t>
            </a:r>
            <a:r>
              <a:rPr lang="en-US" sz="2400" dirty="0">
                <a:solidFill>
                  <a:srgbClr val="222222"/>
                </a:solidFill>
                <a:ea typeface="+mn-lt"/>
                <a:cs typeface="+mn-lt"/>
              </a:rPr>
              <a:t> </a:t>
            </a:r>
            <a:r>
              <a:rPr lang="en-US" sz="2400" dirty="0" err="1">
                <a:solidFill>
                  <a:srgbClr val="222222"/>
                </a:solidFill>
                <a:ea typeface="+mn-lt"/>
                <a:cs typeface="+mn-lt"/>
              </a:rPr>
              <a:t>бинарный</a:t>
            </a:r>
            <a:r>
              <a:rPr lang="en-US" sz="2400" dirty="0">
                <a:solidFill>
                  <a:srgbClr val="222222"/>
                </a:solidFill>
                <a:ea typeface="+mn-lt"/>
                <a:cs typeface="+mn-lt"/>
              </a:rPr>
              <a:t> </a:t>
            </a:r>
            <a:r>
              <a:rPr lang="en-US" sz="2400" dirty="0" err="1">
                <a:solidFill>
                  <a:srgbClr val="222222"/>
                </a:solidFill>
                <a:ea typeface="+mn-lt"/>
                <a:cs typeface="+mn-lt"/>
              </a:rPr>
              <a:t>код</a:t>
            </a:r>
            <a:r>
              <a:rPr lang="en-US" sz="2400" dirty="0">
                <a:solidFill>
                  <a:srgbClr val="222222"/>
                </a:solidFill>
                <a:ea typeface="+mn-lt"/>
                <a:cs typeface="+mn-lt"/>
              </a:rPr>
              <a:t> </a:t>
            </a:r>
            <a:r>
              <a:rPr lang="en-US" sz="2400" dirty="0" err="1">
                <a:solidFill>
                  <a:srgbClr val="222222"/>
                </a:solidFill>
                <a:ea typeface="+mn-lt"/>
                <a:cs typeface="+mn-lt"/>
              </a:rPr>
              <a:t>на</a:t>
            </a:r>
            <a:r>
              <a:rPr lang="en-US" sz="2400" dirty="0">
                <a:solidFill>
                  <a:srgbClr val="222222"/>
                </a:solidFill>
                <a:ea typeface="+mn-lt"/>
                <a:cs typeface="+mn-lt"/>
              </a:rPr>
              <a:t> </a:t>
            </a:r>
            <a:r>
              <a:rPr lang="en-US" sz="2400" dirty="0" err="1">
                <a:solidFill>
                  <a:srgbClr val="222222"/>
                </a:solidFill>
                <a:ea typeface="+mn-lt"/>
                <a:cs typeface="+mn-lt"/>
              </a:rPr>
              <a:t>входе</a:t>
            </a:r>
            <a:r>
              <a:rPr lang="en-US" sz="2400" dirty="0">
                <a:solidFill>
                  <a:srgbClr val="222222"/>
                </a:solidFill>
                <a:ea typeface="+mn-lt"/>
                <a:cs typeface="+mn-lt"/>
              </a:rPr>
              <a:t> в </a:t>
            </a:r>
            <a:r>
              <a:rPr lang="en-US" sz="2400" dirty="0" err="1">
                <a:solidFill>
                  <a:srgbClr val="222222"/>
                </a:solidFill>
                <a:ea typeface="+mn-lt"/>
                <a:cs typeface="+mn-lt"/>
              </a:rPr>
              <a:t>сигнал</a:t>
            </a:r>
            <a:r>
              <a:rPr lang="en-US" sz="2400" dirty="0">
                <a:solidFill>
                  <a:srgbClr val="222222"/>
                </a:solidFill>
                <a:ea typeface="+mn-lt"/>
                <a:cs typeface="+mn-lt"/>
              </a:rPr>
              <a:t> </a:t>
            </a:r>
            <a:r>
              <a:rPr lang="en-US" sz="2400" dirty="0" err="1">
                <a:solidFill>
                  <a:srgbClr val="222222"/>
                </a:solidFill>
                <a:ea typeface="+mn-lt"/>
                <a:cs typeface="+mn-lt"/>
              </a:rPr>
              <a:t>активации</a:t>
            </a:r>
            <a:r>
              <a:rPr lang="en-US" sz="2400" dirty="0">
                <a:solidFill>
                  <a:srgbClr val="222222"/>
                </a:solidFill>
                <a:ea typeface="+mn-lt"/>
                <a:cs typeface="+mn-lt"/>
              </a:rPr>
              <a:t> </a:t>
            </a:r>
            <a:r>
              <a:rPr lang="en-US" sz="2400" dirty="0" err="1">
                <a:solidFill>
                  <a:srgbClr val="222222"/>
                </a:solidFill>
                <a:ea typeface="+mn-lt"/>
                <a:cs typeface="+mn-lt"/>
              </a:rPr>
              <a:t>одного</a:t>
            </a:r>
            <a:r>
              <a:rPr lang="en-US" sz="2400" dirty="0">
                <a:solidFill>
                  <a:srgbClr val="222222"/>
                </a:solidFill>
                <a:ea typeface="+mn-lt"/>
                <a:cs typeface="+mn-lt"/>
              </a:rPr>
              <a:t> </a:t>
            </a:r>
            <a:r>
              <a:rPr lang="en-US" sz="2400" dirty="0" err="1">
                <a:solidFill>
                  <a:srgbClr val="222222"/>
                </a:solidFill>
                <a:ea typeface="+mn-lt"/>
                <a:cs typeface="+mn-lt"/>
              </a:rPr>
              <a:t>из</a:t>
            </a:r>
            <a:r>
              <a:rPr lang="en-US" sz="2400" dirty="0">
                <a:solidFill>
                  <a:srgbClr val="222222"/>
                </a:solidFill>
                <a:ea typeface="+mn-lt"/>
                <a:cs typeface="+mn-lt"/>
              </a:rPr>
              <a:t> </a:t>
            </a:r>
            <a:r>
              <a:rPr lang="en-US" sz="2400" dirty="0" err="1">
                <a:solidFill>
                  <a:srgbClr val="222222"/>
                </a:solidFill>
                <a:ea typeface="+mn-lt"/>
                <a:cs typeface="+mn-lt"/>
              </a:rPr>
              <a:t>множества</a:t>
            </a:r>
            <a:r>
              <a:rPr lang="en-US" sz="2400" dirty="0">
                <a:solidFill>
                  <a:srgbClr val="222222"/>
                </a:solidFill>
                <a:ea typeface="+mn-lt"/>
                <a:cs typeface="+mn-lt"/>
              </a:rPr>
              <a:t> </a:t>
            </a:r>
            <a:r>
              <a:rPr lang="en-US" sz="2400" dirty="0" err="1">
                <a:solidFill>
                  <a:srgbClr val="222222"/>
                </a:solidFill>
                <a:ea typeface="+mn-lt"/>
                <a:cs typeface="+mn-lt"/>
              </a:rPr>
              <a:t>выходов</a:t>
            </a:r>
            <a:r>
              <a:rPr lang="en-US" sz="2400" dirty="0">
                <a:solidFill>
                  <a:srgbClr val="222222"/>
                </a:solidFill>
                <a:ea typeface="+mn-lt"/>
                <a:cs typeface="+mn-lt"/>
              </a:rPr>
              <a:t>. </a:t>
            </a:r>
            <a:endParaRPr lang="en-US" sz="2400">
              <a:solidFill>
                <a:srgbClr val="222222"/>
              </a:solidFill>
            </a:endParaRPr>
          </a:p>
          <a:p>
            <a:endParaRPr lang="en-US" sz="2400" dirty="0">
              <a:solidFill>
                <a:srgbClr val="222222"/>
              </a:solidFill>
              <a:ea typeface="+mn-lt"/>
              <a:cs typeface="+mn-lt"/>
            </a:endParaRPr>
          </a:p>
          <a:p>
            <a:r>
              <a:rPr lang="en-US" sz="2400" b="1" i="1" dirty="0" err="1">
                <a:solidFill>
                  <a:srgbClr val="222222"/>
                </a:solidFill>
                <a:ea typeface="+mn-lt"/>
                <a:cs typeface="+mn-lt"/>
              </a:rPr>
              <a:t>Особенности</a:t>
            </a:r>
            <a:r>
              <a:rPr lang="en-US" sz="2400" dirty="0">
                <a:solidFill>
                  <a:srgbClr val="222222"/>
                </a:solidFill>
                <a:ea typeface="+mn-lt"/>
                <a:cs typeface="+mn-lt"/>
              </a:rPr>
              <a:t>:</a:t>
            </a:r>
            <a:endParaRPr lang="en-US" sz="2400"/>
          </a:p>
          <a:p>
            <a:pPr marL="342900" indent="-342900">
              <a:buFont typeface="Arial"/>
              <a:buChar char="•"/>
            </a:pPr>
            <a:r>
              <a:rPr lang="en-US" sz="2400" err="1">
                <a:solidFill>
                  <a:srgbClr val="222222"/>
                </a:solidFill>
                <a:ea typeface="+mn-lt"/>
                <a:cs typeface="+mn-lt"/>
              </a:rPr>
              <a:t>При</a:t>
            </a:r>
            <a:r>
              <a:rPr lang="en-US" sz="2400" dirty="0">
                <a:solidFill>
                  <a:srgbClr val="222222"/>
                </a:solidFill>
                <a:ea typeface="+mn-lt"/>
                <a:cs typeface="+mn-lt"/>
              </a:rPr>
              <a:t> </a:t>
            </a:r>
            <a:r>
              <a:rPr lang="en-US" sz="2400" err="1">
                <a:solidFill>
                  <a:srgbClr val="222222"/>
                </a:solidFill>
                <a:ea typeface="+mn-lt"/>
                <a:cs typeface="+mn-lt"/>
              </a:rPr>
              <a:t>подаче</a:t>
            </a:r>
            <a:r>
              <a:rPr lang="en-US" sz="2400" dirty="0">
                <a:solidFill>
                  <a:srgbClr val="222222"/>
                </a:solidFill>
                <a:ea typeface="+mn-lt"/>
                <a:cs typeface="+mn-lt"/>
              </a:rPr>
              <a:t> </a:t>
            </a:r>
            <a:r>
              <a:rPr lang="en-US" sz="2400" err="1">
                <a:solidFill>
                  <a:srgbClr val="222222"/>
                </a:solidFill>
                <a:ea typeface="+mn-lt"/>
                <a:cs typeface="+mn-lt"/>
              </a:rPr>
              <a:t>определённой</a:t>
            </a:r>
            <a:r>
              <a:rPr lang="en-US" sz="2400" dirty="0">
                <a:solidFill>
                  <a:srgbClr val="222222"/>
                </a:solidFill>
                <a:ea typeface="+mn-lt"/>
                <a:cs typeface="+mn-lt"/>
              </a:rPr>
              <a:t> </a:t>
            </a:r>
            <a:r>
              <a:rPr lang="en-US" sz="2400" err="1">
                <a:solidFill>
                  <a:srgbClr val="222222"/>
                </a:solidFill>
                <a:ea typeface="+mn-lt"/>
                <a:cs typeface="+mn-lt"/>
              </a:rPr>
              <a:t>комбинации</a:t>
            </a:r>
            <a:r>
              <a:rPr lang="en-US" sz="2400" dirty="0">
                <a:solidFill>
                  <a:srgbClr val="222222"/>
                </a:solidFill>
                <a:ea typeface="+mn-lt"/>
                <a:cs typeface="+mn-lt"/>
              </a:rPr>
              <a:t> </a:t>
            </a:r>
            <a:r>
              <a:rPr lang="en-US" sz="2400" err="1">
                <a:solidFill>
                  <a:srgbClr val="222222"/>
                </a:solidFill>
                <a:ea typeface="+mn-lt"/>
                <a:cs typeface="+mn-lt"/>
              </a:rPr>
              <a:t>двоичных</a:t>
            </a:r>
            <a:r>
              <a:rPr lang="en-US" sz="2400" dirty="0">
                <a:solidFill>
                  <a:srgbClr val="222222"/>
                </a:solidFill>
                <a:ea typeface="+mn-lt"/>
                <a:cs typeface="+mn-lt"/>
              </a:rPr>
              <a:t> </a:t>
            </a:r>
            <a:r>
              <a:rPr lang="en-US" sz="2400" err="1">
                <a:solidFill>
                  <a:srgbClr val="222222"/>
                </a:solidFill>
                <a:ea typeface="+mn-lt"/>
                <a:cs typeface="+mn-lt"/>
              </a:rPr>
              <a:t>значений</a:t>
            </a:r>
            <a:r>
              <a:rPr lang="en-US" sz="2400" dirty="0">
                <a:solidFill>
                  <a:srgbClr val="222222"/>
                </a:solidFill>
                <a:ea typeface="+mn-lt"/>
                <a:cs typeface="+mn-lt"/>
              </a:rPr>
              <a:t> </a:t>
            </a:r>
            <a:r>
              <a:rPr lang="en-US" sz="2400" err="1">
                <a:solidFill>
                  <a:srgbClr val="222222"/>
                </a:solidFill>
                <a:ea typeface="+mn-lt"/>
                <a:cs typeface="+mn-lt"/>
              </a:rPr>
              <a:t>на</a:t>
            </a:r>
            <a:r>
              <a:rPr lang="en-US" sz="2400" dirty="0">
                <a:solidFill>
                  <a:srgbClr val="222222"/>
                </a:solidFill>
                <a:ea typeface="+mn-lt"/>
                <a:cs typeface="+mn-lt"/>
              </a:rPr>
              <a:t> </a:t>
            </a:r>
            <a:r>
              <a:rPr lang="en-US" sz="2400" err="1">
                <a:solidFill>
                  <a:srgbClr val="222222"/>
                </a:solidFill>
                <a:ea typeface="+mn-lt"/>
                <a:cs typeface="+mn-lt"/>
              </a:rPr>
              <a:t>входах</a:t>
            </a:r>
            <a:r>
              <a:rPr lang="en-US" sz="2400" dirty="0">
                <a:solidFill>
                  <a:srgbClr val="222222"/>
                </a:solidFill>
                <a:ea typeface="+mn-lt"/>
                <a:cs typeface="+mn-lt"/>
              </a:rPr>
              <a:t> </a:t>
            </a:r>
            <a:r>
              <a:rPr lang="en-US" sz="2400" err="1">
                <a:solidFill>
                  <a:srgbClr val="222222"/>
                </a:solidFill>
                <a:ea typeface="+mn-lt"/>
                <a:cs typeface="+mn-lt"/>
              </a:rPr>
              <a:t>дешифратора</a:t>
            </a:r>
            <a:r>
              <a:rPr lang="en-US" sz="2400" dirty="0">
                <a:solidFill>
                  <a:srgbClr val="222222"/>
                </a:solidFill>
                <a:ea typeface="+mn-lt"/>
                <a:cs typeface="+mn-lt"/>
              </a:rPr>
              <a:t> </a:t>
            </a:r>
            <a:r>
              <a:rPr lang="en-US" sz="2400" err="1">
                <a:solidFill>
                  <a:srgbClr val="222222"/>
                </a:solidFill>
                <a:ea typeface="+mn-lt"/>
                <a:cs typeface="+mn-lt"/>
              </a:rPr>
              <a:t>активируется</a:t>
            </a:r>
            <a:r>
              <a:rPr lang="en-US" sz="2400" dirty="0">
                <a:solidFill>
                  <a:srgbClr val="222222"/>
                </a:solidFill>
                <a:ea typeface="+mn-lt"/>
                <a:cs typeface="+mn-lt"/>
              </a:rPr>
              <a:t> </a:t>
            </a:r>
            <a:r>
              <a:rPr lang="en-US" sz="2400" err="1">
                <a:solidFill>
                  <a:srgbClr val="222222"/>
                </a:solidFill>
                <a:ea typeface="+mn-lt"/>
                <a:cs typeface="+mn-lt"/>
              </a:rPr>
              <a:t>строго</a:t>
            </a:r>
            <a:r>
              <a:rPr lang="en-US" sz="2400" dirty="0">
                <a:solidFill>
                  <a:srgbClr val="222222"/>
                </a:solidFill>
                <a:ea typeface="+mn-lt"/>
                <a:cs typeface="+mn-lt"/>
              </a:rPr>
              <a:t> </a:t>
            </a:r>
            <a:r>
              <a:rPr lang="en-US" sz="2400" err="1">
                <a:solidFill>
                  <a:srgbClr val="222222"/>
                </a:solidFill>
                <a:ea typeface="+mn-lt"/>
                <a:cs typeface="+mn-lt"/>
              </a:rPr>
              <a:t>один</a:t>
            </a:r>
            <a:r>
              <a:rPr lang="en-US" sz="2400" dirty="0">
                <a:solidFill>
                  <a:srgbClr val="222222"/>
                </a:solidFill>
                <a:ea typeface="+mn-lt"/>
                <a:cs typeface="+mn-lt"/>
              </a:rPr>
              <a:t> </a:t>
            </a:r>
            <a:r>
              <a:rPr lang="en-US" sz="2400" err="1">
                <a:solidFill>
                  <a:srgbClr val="222222"/>
                </a:solidFill>
                <a:ea typeface="+mn-lt"/>
                <a:cs typeface="+mn-lt"/>
              </a:rPr>
              <a:t>выход</a:t>
            </a:r>
            <a:r>
              <a:rPr lang="en-US" sz="2400" dirty="0">
                <a:solidFill>
                  <a:srgbClr val="222222"/>
                </a:solidFill>
                <a:ea typeface="+mn-lt"/>
                <a:cs typeface="+mn-lt"/>
              </a:rPr>
              <a:t>, </a:t>
            </a:r>
            <a:r>
              <a:rPr lang="en-US" sz="2400" err="1">
                <a:solidFill>
                  <a:srgbClr val="222222"/>
                </a:solidFill>
                <a:ea typeface="+mn-lt"/>
                <a:cs typeface="+mn-lt"/>
              </a:rPr>
              <a:t>соответствующий</a:t>
            </a:r>
            <a:r>
              <a:rPr lang="en-US" sz="2400" dirty="0">
                <a:solidFill>
                  <a:srgbClr val="222222"/>
                </a:solidFill>
                <a:ea typeface="+mn-lt"/>
                <a:cs typeface="+mn-lt"/>
              </a:rPr>
              <a:t> </a:t>
            </a:r>
            <a:r>
              <a:rPr lang="en-US" sz="2400" err="1">
                <a:solidFill>
                  <a:srgbClr val="222222"/>
                </a:solidFill>
                <a:ea typeface="+mn-lt"/>
                <a:cs typeface="+mn-lt"/>
              </a:rPr>
              <a:t>этому</a:t>
            </a:r>
            <a:r>
              <a:rPr lang="en-US" sz="2400" dirty="0">
                <a:solidFill>
                  <a:srgbClr val="222222"/>
                </a:solidFill>
                <a:ea typeface="+mn-lt"/>
                <a:cs typeface="+mn-lt"/>
              </a:rPr>
              <a:t> </a:t>
            </a:r>
            <a:r>
              <a:rPr lang="en-US" sz="2400" err="1">
                <a:solidFill>
                  <a:srgbClr val="222222"/>
                </a:solidFill>
                <a:ea typeface="+mn-lt"/>
                <a:cs typeface="+mn-lt"/>
              </a:rPr>
              <a:t>коду</a:t>
            </a:r>
            <a:r>
              <a:rPr lang="en-US" sz="2400" dirty="0">
                <a:solidFill>
                  <a:srgbClr val="222222"/>
                </a:solidFill>
                <a:ea typeface="+mn-lt"/>
                <a:cs typeface="+mn-lt"/>
              </a:rPr>
              <a:t>.</a:t>
            </a:r>
            <a:endParaRPr lang="en-US" sz="2400"/>
          </a:p>
          <a:p>
            <a:pPr marL="342900" indent="-342900">
              <a:buFont typeface="Arial"/>
              <a:buChar char="•"/>
            </a:pPr>
            <a:r>
              <a:rPr lang="en-US" sz="2400" err="1">
                <a:solidFill>
                  <a:srgbClr val="222222"/>
                </a:solidFill>
                <a:ea typeface="+mn-lt"/>
                <a:cs typeface="+mn-lt"/>
              </a:rPr>
              <a:t>Простейший</a:t>
            </a:r>
            <a:r>
              <a:rPr lang="en-US" sz="2400" dirty="0">
                <a:solidFill>
                  <a:srgbClr val="222222"/>
                </a:solidFill>
                <a:ea typeface="+mn-lt"/>
                <a:cs typeface="+mn-lt"/>
              </a:rPr>
              <a:t> </a:t>
            </a:r>
            <a:r>
              <a:rPr lang="en-US" sz="2400" err="1">
                <a:solidFill>
                  <a:srgbClr val="222222"/>
                </a:solidFill>
                <a:ea typeface="+mn-lt"/>
                <a:cs typeface="+mn-lt"/>
              </a:rPr>
              <a:t>пример</a:t>
            </a:r>
            <a:r>
              <a:rPr lang="en-US" sz="2400" dirty="0">
                <a:solidFill>
                  <a:srgbClr val="222222"/>
                </a:solidFill>
                <a:ea typeface="+mn-lt"/>
                <a:cs typeface="+mn-lt"/>
              </a:rPr>
              <a:t> — </a:t>
            </a:r>
            <a:r>
              <a:rPr lang="en-US" sz="2400" err="1">
                <a:solidFill>
                  <a:srgbClr val="222222"/>
                </a:solidFill>
                <a:ea typeface="+mn-lt"/>
                <a:cs typeface="+mn-lt"/>
              </a:rPr>
              <a:t>двухвходный</a:t>
            </a:r>
            <a:r>
              <a:rPr lang="en-US" sz="2400" dirty="0">
                <a:solidFill>
                  <a:srgbClr val="222222"/>
                </a:solidFill>
                <a:ea typeface="+mn-lt"/>
                <a:cs typeface="+mn-lt"/>
              </a:rPr>
              <a:t> </a:t>
            </a:r>
            <a:r>
              <a:rPr lang="en-US" sz="2400" err="1">
                <a:solidFill>
                  <a:srgbClr val="222222"/>
                </a:solidFill>
                <a:ea typeface="+mn-lt"/>
                <a:cs typeface="+mn-lt"/>
              </a:rPr>
              <a:t>дешифратор</a:t>
            </a:r>
            <a:r>
              <a:rPr lang="en-US" sz="2400" dirty="0">
                <a:solidFill>
                  <a:srgbClr val="222222"/>
                </a:solidFill>
                <a:ea typeface="+mn-lt"/>
                <a:cs typeface="+mn-lt"/>
              </a:rPr>
              <a:t> с </a:t>
            </a:r>
            <a:r>
              <a:rPr lang="en-US" sz="2400" err="1">
                <a:solidFill>
                  <a:srgbClr val="222222"/>
                </a:solidFill>
                <a:ea typeface="+mn-lt"/>
                <a:cs typeface="+mn-lt"/>
              </a:rPr>
              <a:t>четырьмя</a:t>
            </a:r>
            <a:r>
              <a:rPr lang="en-US" sz="2400" dirty="0">
                <a:solidFill>
                  <a:srgbClr val="222222"/>
                </a:solidFill>
                <a:ea typeface="+mn-lt"/>
                <a:cs typeface="+mn-lt"/>
              </a:rPr>
              <a:t> </a:t>
            </a:r>
            <a:r>
              <a:rPr lang="en-US" sz="2400" err="1">
                <a:solidFill>
                  <a:srgbClr val="222222"/>
                </a:solidFill>
                <a:ea typeface="+mn-lt"/>
                <a:cs typeface="+mn-lt"/>
              </a:rPr>
              <a:t>выходами</a:t>
            </a:r>
            <a:r>
              <a:rPr lang="en-US" sz="2400" dirty="0">
                <a:solidFill>
                  <a:srgbClr val="222222"/>
                </a:solidFill>
                <a:ea typeface="+mn-lt"/>
                <a:cs typeface="+mn-lt"/>
              </a:rPr>
              <a:t>: </a:t>
            </a:r>
            <a:r>
              <a:rPr lang="en-US" sz="2400" err="1">
                <a:solidFill>
                  <a:srgbClr val="222222"/>
                </a:solidFill>
                <a:ea typeface="+mn-lt"/>
                <a:cs typeface="+mn-lt"/>
              </a:rPr>
              <a:t>на</a:t>
            </a:r>
            <a:r>
              <a:rPr lang="en-US" sz="2400" dirty="0">
                <a:solidFill>
                  <a:srgbClr val="222222"/>
                </a:solidFill>
                <a:ea typeface="+mn-lt"/>
                <a:cs typeface="+mn-lt"/>
              </a:rPr>
              <a:t> </a:t>
            </a:r>
            <a:r>
              <a:rPr lang="en-US" sz="2400" err="1">
                <a:solidFill>
                  <a:srgbClr val="222222"/>
                </a:solidFill>
                <a:ea typeface="+mn-lt"/>
                <a:cs typeface="+mn-lt"/>
              </a:rPr>
              <a:t>входы</a:t>
            </a:r>
            <a:r>
              <a:rPr lang="en-US" sz="2400" dirty="0">
                <a:solidFill>
                  <a:srgbClr val="222222"/>
                </a:solidFill>
                <a:ea typeface="+mn-lt"/>
                <a:cs typeface="+mn-lt"/>
              </a:rPr>
              <a:t> </a:t>
            </a:r>
            <a:r>
              <a:rPr lang="en-US" sz="2400" err="1">
                <a:solidFill>
                  <a:srgbClr val="222222"/>
                </a:solidFill>
                <a:ea typeface="+mn-lt"/>
                <a:cs typeface="+mn-lt"/>
              </a:rPr>
              <a:t>подаются</a:t>
            </a:r>
            <a:r>
              <a:rPr lang="en-US" sz="2400" dirty="0">
                <a:solidFill>
                  <a:srgbClr val="222222"/>
                </a:solidFill>
                <a:ea typeface="+mn-lt"/>
                <a:cs typeface="+mn-lt"/>
              </a:rPr>
              <a:t> </a:t>
            </a:r>
            <a:r>
              <a:rPr lang="en-US" sz="2400" err="1">
                <a:solidFill>
                  <a:srgbClr val="222222"/>
                </a:solidFill>
                <a:ea typeface="+mn-lt"/>
                <a:cs typeface="+mn-lt"/>
              </a:rPr>
              <a:t>два</a:t>
            </a:r>
            <a:r>
              <a:rPr lang="en-US" sz="2400" dirty="0">
                <a:solidFill>
                  <a:srgbClr val="222222"/>
                </a:solidFill>
                <a:ea typeface="+mn-lt"/>
                <a:cs typeface="+mn-lt"/>
              </a:rPr>
              <a:t> </a:t>
            </a:r>
            <a:r>
              <a:rPr lang="en-US" sz="2400" err="1">
                <a:solidFill>
                  <a:srgbClr val="222222"/>
                </a:solidFill>
                <a:ea typeface="+mn-lt"/>
                <a:cs typeface="+mn-lt"/>
              </a:rPr>
              <a:t>бинарных</a:t>
            </a:r>
            <a:r>
              <a:rPr lang="en-US" sz="2400" dirty="0">
                <a:solidFill>
                  <a:srgbClr val="222222"/>
                </a:solidFill>
                <a:ea typeface="+mn-lt"/>
                <a:cs typeface="+mn-lt"/>
              </a:rPr>
              <a:t> </a:t>
            </a:r>
            <a:r>
              <a:rPr lang="en-US" sz="2400" err="1">
                <a:solidFill>
                  <a:srgbClr val="222222"/>
                </a:solidFill>
                <a:ea typeface="+mn-lt"/>
                <a:cs typeface="+mn-lt"/>
              </a:rPr>
              <a:t>сигнала</a:t>
            </a:r>
            <a:r>
              <a:rPr lang="en-US" sz="2400" dirty="0">
                <a:solidFill>
                  <a:srgbClr val="222222"/>
                </a:solidFill>
                <a:ea typeface="+mn-lt"/>
                <a:cs typeface="+mn-lt"/>
              </a:rPr>
              <a:t>, в </a:t>
            </a:r>
            <a:r>
              <a:rPr lang="en-US" sz="2400" err="1">
                <a:solidFill>
                  <a:srgbClr val="222222"/>
                </a:solidFill>
                <a:ea typeface="+mn-lt"/>
                <a:cs typeface="+mn-lt"/>
              </a:rPr>
              <a:t>зависимости</a:t>
            </a:r>
            <a:r>
              <a:rPr lang="en-US" sz="2400" dirty="0">
                <a:solidFill>
                  <a:srgbClr val="222222"/>
                </a:solidFill>
                <a:ea typeface="+mn-lt"/>
                <a:cs typeface="+mn-lt"/>
              </a:rPr>
              <a:t> </a:t>
            </a:r>
            <a:r>
              <a:rPr lang="en-US" sz="2400" err="1">
                <a:solidFill>
                  <a:srgbClr val="222222"/>
                </a:solidFill>
                <a:ea typeface="+mn-lt"/>
                <a:cs typeface="+mn-lt"/>
              </a:rPr>
              <a:t>от</a:t>
            </a:r>
            <a:r>
              <a:rPr lang="en-US" sz="2400" dirty="0">
                <a:solidFill>
                  <a:srgbClr val="222222"/>
                </a:solidFill>
                <a:ea typeface="+mn-lt"/>
                <a:cs typeface="+mn-lt"/>
              </a:rPr>
              <a:t> </a:t>
            </a:r>
            <a:r>
              <a:rPr lang="en-US" sz="2400" err="1">
                <a:solidFill>
                  <a:srgbClr val="222222"/>
                </a:solidFill>
                <a:ea typeface="+mn-lt"/>
                <a:cs typeface="+mn-lt"/>
              </a:rPr>
              <a:t>комбинации</a:t>
            </a:r>
            <a:r>
              <a:rPr lang="en-US" sz="2400" dirty="0">
                <a:solidFill>
                  <a:srgbClr val="222222"/>
                </a:solidFill>
                <a:ea typeface="+mn-lt"/>
                <a:cs typeface="+mn-lt"/>
              </a:rPr>
              <a:t> </a:t>
            </a:r>
            <a:r>
              <a:rPr lang="en-US" sz="2400" err="1">
                <a:solidFill>
                  <a:srgbClr val="222222"/>
                </a:solidFill>
                <a:ea typeface="+mn-lt"/>
                <a:cs typeface="+mn-lt"/>
              </a:rPr>
              <a:t>этих</a:t>
            </a:r>
            <a:r>
              <a:rPr lang="en-US" sz="2400" dirty="0">
                <a:solidFill>
                  <a:srgbClr val="222222"/>
                </a:solidFill>
                <a:ea typeface="+mn-lt"/>
                <a:cs typeface="+mn-lt"/>
              </a:rPr>
              <a:t> </a:t>
            </a:r>
            <a:r>
              <a:rPr lang="en-US" sz="2400" err="1">
                <a:solidFill>
                  <a:srgbClr val="222222"/>
                </a:solidFill>
                <a:ea typeface="+mn-lt"/>
                <a:cs typeface="+mn-lt"/>
              </a:rPr>
              <a:t>сигналов</a:t>
            </a:r>
            <a:r>
              <a:rPr lang="en-US" sz="2400" dirty="0">
                <a:solidFill>
                  <a:srgbClr val="222222"/>
                </a:solidFill>
                <a:ea typeface="+mn-lt"/>
                <a:cs typeface="+mn-lt"/>
              </a:rPr>
              <a:t> </a:t>
            </a:r>
            <a:r>
              <a:rPr lang="en-US" sz="2400" err="1">
                <a:solidFill>
                  <a:srgbClr val="222222"/>
                </a:solidFill>
                <a:ea typeface="+mn-lt"/>
                <a:cs typeface="+mn-lt"/>
              </a:rPr>
              <a:t>активируется</a:t>
            </a:r>
            <a:r>
              <a:rPr lang="en-US" sz="2400" dirty="0">
                <a:solidFill>
                  <a:srgbClr val="222222"/>
                </a:solidFill>
                <a:ea typeface="+mn-lt"/>
                <a:cs typeface="+mn-lt"/>
              </a:rPr>
              <a:t> </a:t>
            </a:r>
            <a:r>
              <a:rPr lang="en-US" sz="2400" err="1">
                <a:solidFill>
                  <a:srgbClr val="222222"/>
                </a:solidFill>
                <a:ea typeface="+mn-lt"/>
                <a:cs typeface="+mn-lt"/>
              </a:rPr>
              <a:t>один</a:t>
            </a:r>
            <a:r>
              <a:rPr lang="en-US" sz="2400" dirty="0">
                <a:solidFill>
                  <a:srgbClr val="222222"/>
                </a:solidFill>
                <a:ea typeface="+mn-lt"/>
                <a:cs typeface="+mn-lt"/>
              </a:rPr>
              <a:t> </a:t>
            </a:r>
            <a:r>
              <a:rPr lang="en-US" sz="2400" err="1">
                <a:solidFill>
                  <a:srgbClr val="222222"/>
                </a:solidFill>
                <a:ea typeface="+mn-lt"/>
                <a:cs typeface="+mn-lt"/>
              </a:rPr>
              <a:t>из</a:t>
            </a:r>
            <a:r>
              <a:rPr lang="en-US" sz="2400" dirty="0">
                <a:solidFill>
                  <a:srgbClr val="222222"/>
                </a:solidFill>
                <a:ea typeface="+mn-lt"/>
                <a:cs typeface="+mn-lt"/>
              </a:rPr>
              <a:t> </a:t>
            </a:r>
            <a:r>
              <a:rPr lang="en-US" sz="2400" err="1">
                <a:solidFill>
                  <a:srgbClr val="222222"/>
                </a:solidFill>
                <a:ea typeface="+mn-lt"/>
                <a:cs typeface="+mn-lt"/>
              </a:rPr>
              <a:t>четырёх</a:t>
            </a:r>
            <a:r>
              <a:rPr lang="en-US" sz="2400" dirty="0">
                <a:solidFill>
                  <a:srgbClr val="222222"/>
                </a:solidFill>
                <a:ea typeface="+mn-lt"/>
                <a:cs typeface="+mn-lt"/>
              </a:rPr>
              <a:t> </a:t>
            </a:r>
            <a:r>
              <a:rPr lang="en-US" sz="2400" err="1">
                <a:solidFill>
                  <a:srgbClr val="222222"/>
                </a:solidFill>
                <a:ea typeface="+mn-lt"/>
                <a:cs typeface="+mn-lt"/>
              </a:rPr>
              <a:t>выходов</a:t>
            </a:r>
            <a:r>
              <a:rPr lang="en-US" sz="2400" dirty="0">
                <a:solidFill>
                  <a:srgbClr val="222222"/>
                </a:solidFill>
                <a:ea typeface="+mn-lt"/>
                <a:cs typeface="+mn-lt"/>
              </a:rPr>
              <a:t>.</a:t>
            </a:r>
            <a:endParaRPr lang="en-US" sz="2400"/>
          </a:p>
          <a:p>
            <a:pPr marL="342900" indent="-342900">
              <a:buFont typeface="Arial"/>
              <a:buChar char="•"/>
            </a:pPr>
            <a:r>
              <a:rPr lang="en-US" sz="2400" err="1">
                <a:solidFill>
                  <a:srgbClr val="222222"/>
                </a:solidFill>
                <a:ea typeface="+mn-lt"/>
                <a:cs typeface="+mn-lt"/>
              </a:rPr>
              <a:t>Число</a:t>
            </a:r>
            <a:r>
              <a:rPr lang="en-US" sz="2400" dirty="0">
                <a:solidFill>
                  <a:srgbClr val="222222"/>
                </a:solidFill>
                <a:ea typeface="+mn-lt"/>
                <a:cs typeface="+mn-lt"/>
              </a:rPr>
              <a:t> </a:t>
            </a:r>
            <a:r>
              <a:rPr lang="en-US" sz="2400" err="1">
                <a:solidFill>
                  <a:srgbClr val="222222"/>
                </a:solidFill>
                <a:ea typeface="+mn-lt"/>
                <a:cs typeface="+mn-lt"/>
              </a:rPr>
              <a:t>входов</a:t>
            </a:r>
            <a:r>
              <a:rPr lang="en-US" sz="2400" dirty="0">
                <a:solidFill>
                  <a:srgbClr val="222222"/>
                </a:solidFill>
                <a:ea typeface="+mn-lt"/>
                <a:cs typeface="+mn-lt"/>
              </a:rPr>
              <a:t> </a:t>
            </a:r>
            <a:r>
              <a:rPr lang="en-US" sz="2400" err="1">
                <a:solidFill>
                  <a:srgbClr val="222222"/>
                </a:solidFill>
                <a:ea typeface="+mn-lt"/>
                <a:cs typeface="+mn-lt"/>
              </a:rPr>
              <a:t>дешифратора</a:t>
            </a:r>
            <a:r>
              <a:rPr lang="en-US" sz="2400" dirty="0">
                <a:solidFill>
                  <a:srgbClr val="222222"/>
                </a:solidFill>
                <a:ea typeface="+mn-lt"/>
                <a:cs typeface="+mn-lt"/>
              </a:rPr>
              <a:t> </a:t>
            </a:r>
            <a:r>
              <a:rPr lang="en-US" sz="2400" err="1">
                <a:solidFill>
                  <a:srgbClr val="222222"/>
                </a:solidFill>
                <a:ea typeface="+mn-lt"/>
                <a:cs typeface="+mn-lt"/>
              </a:rPr>
              <a:t>обычно</a:t>
            </a:r>
            <a:r>
              <a:rPr lang="en-US" sz="2400" dirty="0">
                <a:solidFill>
                  <a:srgbClr val="222222"/>
                </a:solidFill>
                <a:ea typeface="+mn-lt"/>
                <a:cs typeface="+mn-lt"/>
              </a:rPr>
              <a:t> </a:t>
            </a:r>
            <a:r>
              <a:rPr lang="en-US" sz="2400" err="1">
                <a:solidFill>
                  <a:srgbClr val="222222"/>
                </a:solidFill>
                <a:ea typeface="+mn-lt"/>
                <a:cs typeface="+mn-lt"/>
              </a:rPr>
              <a:t>меньше</a:t>
            </a:r>
            <a:r>
              <a:rPr lang="en-US" sz="2400" dirty="0">
                <a:solidFill>
                  <a:srgbClr val="222222"/>
                </a:solidFill>
                <a:ea typeface="+mn-lt"/>
                <a:cs typeface="+mn-lt"/>
              </a:rPr>
              <a:t> </a:t>
            </a:r>
            <a:r>
              <a:rPr lang="en-US" sz="2400" err="1">
                <a:solidFill>
                  <a:srgbClr val="222222"/>
                </a:solidFill>
                <a:ea typeface="+mn-lt"/>
                <a:cs typeface="+mn-lt"/>
              </a:rPr>
              <a:t>числа</a:t>
            </a:r>
            <a:r>
              <a:rPr lang="en-US" sz="2400" dirty="0">
                <a:solidFill>
                  <a:srgbClr val="222222"/>
                </a:solidFill>
                <a:ea typeface="+mn-lt"/>
                <a:cs typeface="+mn-lt"/>
              </a:rPr>
              <a:t> </a:t>
            </a:r>
            <a:r>
              <a:rPr lang="en-US" sz="2400" err="1">
                <a:solidFill>
                  <a:srgbClr val="222222"/>
                </a:solidFill>
                <a:ea typeface="+mn-lt"/>
                <a:cs typeface="+mn-lt"/>
              </a:rPr>
              <a:t>выходов</a:t>
            </a:r>
            <a:r>
              <a:rPr lang="en-US" sz="2400" dirty="0">
                <a:solidFill>
                  <a:srgbClr val="222222"/>
                </a:solidFill>
                <a:ea typeface="+mn-lt"/>
                <a:cs typeface="+mn-lt"/>
              </a:rPr>
              <a:t>.</a:t>
            </a:r>
            <a:endParaRPr lang="en-US" sz="2400"/>
          </a:p>
          <a:p>
            <a:endParaRPr lang="en-US" sz="4000" b="1" dirty="0">
              <a:solidFill>
                <a:srgbClr val="222222"/>
              </a:solidFill>
            </a:endParaRPr>
          </a:p>
        </p:txBody>
      </p:sp>
    </p:spTree>
    <p:extLst>
      <p:ext uri="{BB962C8B-B14F-4D97-AF65-F5344CB8AC3E}">
        <p14:creationId xmlns:p14="http://schemas.microsoft.com/office/powerpoint/2010/main" val="1305773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2932F0-C33E-1760-B8AC-CE8B784E607C}"/>
              </a:ext>
            </a:extLst>
          </p:cNvPr>
          <p:cNvSpPr>
            <a:spLocks noGrp="1"/>
          </p:cNvSpPr>
          <p:nvPr>
            <p:ph type="title"/>
          </p:nvPr>
        </p:nvSpPr>
        <p:spPr/>
        <p:txBody>
          <a:bodyPr/>
          <a:lstStyle/>
          <a:p>
            <a:r>
              <a:rPr lang="ru-RU" dirty="0"/>
              <a:t> </a:t>
            </a:r>
            <a:endParaRPr lang="ru-RU"/>
          </a:p>
        </p:txBody>
      </p:sp>
      <mc:AlternateContent xmlns:mc="http://schemas.openxmlformats.org/markup-compatibility/2006" xmlns:p14="http://schemas.microsoft.com/office/powerpoint/2010/main">
        <mc:Choice Requires="p14">
          <p:contentPart p14:bwMode="auto" r:id="rId2">
            <p14:nvContentPartPr>
              <p14:cNvPr id="7" name="Рукописный ввод 6">
                <a:extLst>
                  <a:ext uri="{FF2B5EF4-FFF2-40B4-BE49-F238E27FC236}">
                    <a16:creationId xmlns:a16="http://schemas.microsoft.com/office/drawing/2014/main" id="{228A7D28-9025-1BA1-4BE2-F44B45C08187}"/>
                  </a:ext>
                </a:extLst>
              </p14:cNvPr>
              <p14:cNvContentPartPr/>
              <p14:nvPr/>
            </p14:nvContentPartPr>
            <p14:xfrm>
              <a:off x="6370319" y="3647440"/>
              <a:ext cx="10160" cy="10160"/>
            </p14:xfrm>
          </p:contentPart>
        </mc:Choice>
        <mc:Fallback xmlns="">
          <p:pic>
            <p:nvPicPr>
              <p:cNvPr id="7" name="Рукописный ввод 6">
                <a:extLst>
                  <a:ext uri="{FF2B5EF4-FFF2-40B4-BE49-F238E27FC236}">
                    <a16:creationId xmlns:a16="http://schemas.microsoft.com/office/drawing/2014/main" id="{228A7D28-9025-1BA1-4BE2-F44B45C08187}"/>
                  </a:ext>
                </a:extLst>
              </p:cNvPr>
              <p:cNvPicPr/>
              <p:nvPr/>
            </p:nvPicPr>
            <p:blipFill>
              <a:blip r:embed="rId5"/>
              <a:stretch>
                <a:fillRect/>
              </a:stretch>
            </p:blipFill>
            <p:spPr>
              <a:xfrm>
                <a:off x="4592319" y="1869440"/>
                <a:ext cx="3556000" cy="3556000"/>
              </a:xfrm>
              <a:prstGeom prst="rect">
                <a:avLst/>
              </a:prstGeom>
            </p:spPr>
          </p:pic>
        </mc:Fallback>
      </mc:AlternateContent>
      <p:pic>
        <p:nvPicPr>
          <p:cNvPr id="8" name="Объект 7" descr="Изображение выглядит как текст, мультфильм, графическая вставка&#10;&#10;Содержимое, созданное искусственным интеллектом, может быть неверным.">
            <a:extLst>
              <a:ext uri="{FF2B5EF4-FFF2-40B4-BE49-F238E27FC236}">
                <a16:creationId xmlns:a16="http://schemas.microsoft.com/office/drawing/2014/main" id="{771417CD-B959-CE2D-04C2-A3E357E0F9A7}"/>
              </a:ext>
            </a:extLst>
          </p:cNvPr>
          <p:cNvPicPr>
            <a:picLocks noGrp="1" noChangeAspect="1"/>
          </p:cNvPicPr>
          <p:nvPr>
            <p:ph idx="1"/>
          </p:nvPr>
        </p:nvPicPr>
        <p:blipFill>
          <a:blip r:embed="rId6"/>
          <a:stretch>
            <a:fillRect/>
          </a:stretch>
        </p:blipFill>
        <p:spPr>
          <a:xfrm>
            <a:off x="1" y="3903"/>
            <a:ext cx="12191999" cy="6856727"/>
          </a:xfrm>
          <a:prstGeom prst="rect">
            <a:avLst/>
          </a:prstGeom>
        </p:spPr>
      </p:pic>
    </p:spTree>
    <p:extLst>
      <p:ext uri="{BB962C8B-B14F-4D97-AF65-F5344CB8AC3E}">
        <p14:creationId xmlns:p14="http://schemas.microsoft.com/office/powerpoint/2010/main" val="3745495042"/>
      </p:ext>
    </p:extLst>
  </p:cSld>
  <p:clrMapOvr>
    <a:masterClrMapping/>
  </p:clrMapOvr>
</p:sld>
</file>

<file path=ppt/theme/theme1.xml><?xml version="1.0" encoding="utf-8"?>
<a:theme xmlns:a="http://schemas.openxmlformats.org/drawingml/2006/main" name="Тема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Широкоэкранный</PresentationFormat>
  <Paragraphs>0</Paragraphs>
  <Slides>19</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19</vt:i4>
      </vt:variant>
    </vt:vector>
  </HeadingPairs>
  <TitlesOfParts>
    <vt:vector size="20" baseType="lpstr">
      <vt:lpstr>Тема Office</vt:lpstr>
      <vt:lpstr>Регистры, шифраторы и дешифраторы в цифровой технике </vt:lpstr>
      <vt:lpstr>Что такое регистр ?</vt:lpstr>
      <vt:lpstr>Задачи решаемые регистрами в цифровых схемах </vt:lpstr>
      <vt:lpstr>Значение в архитектуре ПК и цифровых устройствах </vt:lpstr>
      <vt:lpstr>Логическая схема регистра </vt:lpstr>
      <vt:lpstr>Роль триггеров в регистре: как элементы памяти </vt:lpstr>
      <vt:lpstr>Влияние конфигурации триггеров </vt:lpstr>
      <vt:lpstr>Принципы построения схемы регистра </vt:lpstr>
      <vt:lpstr>Схема сдвигового регистра </vt:lpstr>
      <vt:lpstr> Принцип работы сдвигового регистра </vt:lpstr>
      <vt:lpstr>Виды сдвиговых регистров: сдвиг влево и вправо</vt:lpstr>
      <vt:lpstr>Применение в устройствах</vt:lpstr>
      <vt:lpstr>Схема параллельного регистра </vt:lpstr>
      <vt:lpstr>Как они хранят и передают данные </vt:lpstr>
      <vt:lpstr>Применение параллельных регистров в схемах </vt:lpstr>
      <vt:lpstr>Что такое шифратор и дешифратор (и с чем их едят) ? </vt:lpstr>
      <vt:lpstr>Шифраторы</vt:lpstr>
      <vt:lpstr>Дешифраторы</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837</cp:revision>
  <dcterms:created xsi:type="dcterms:W3CDTF">2024-12-22T16:27:31Z</dcterms:created>
  <dcterms:modified xsi:type="dcterms:W3CDTF">2025-09-24T22:25:42Z</dcterms:modified>
</cp:coreProperties>
</file>